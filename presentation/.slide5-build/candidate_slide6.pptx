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limits7/ppt/slideMasters/theme/theme2.xml" ContentType="application/vnd.openxmlformats-officedocument.theme+xml"/>
  <Override PartName="/ppt/limits7/ppt/slideLayouts/slideLayout1.xml" ContentType="application/vnd.openxmlformats-officedocument.presentationml.slideLayout+xml"/>
  <Override PartName="/ppt/limits7/ppt/slideLayouts/slideLayout2.xml" ContentType="application/vnd.openxmlformats-officedocument.presentationml.slideLayout+xml"/>
  <Override PartName="/ppt/limits7/ppt/slideLayouts/slideLayout3.xml" ContentType="application/vnd.openxmlformats-officedocument.presentationml.slideLayout+xml"/>
  <Override PartName="/ppt/limits7/ppt/slideLayouts/slideLayout4.xml" ContentType="application/vnd.openxmlformats-officedocument.presentationml.slideLayout+xml"/>
  <Override PartName="/ppt/limits7/ppt/slideLayouts/slideLayout5.xml" ContentType="application/vnd.openxmlformats-officedocument.presentationml.slideLayout+xml"/>
  <Override PartName="/ppt/limits7/ppt/slideMasters/slideMaster1.xml" ContentType="application/vnd.openxmlformats-officedocument.presentationml.slideMaster+xml"/>
  <Override PartName="/ppt/limits7/ppt/slideLayouts/slideLayout6.xml" ContentType="application/vnd.openxmlformats-officedocument.presentationml.slideLayout+xml"/>
  <Override PartName="/ppt/limits7/ppt/notesMasters/theme/theme3.xml" ContentType="application/vnd.openxmlformats-officedocument.theme+xml"/>
  <Override PartName="/ppt/limits7/ppt/notesMasters/notesMaster1.xml" ContentType="application/vnd.openxmlformats-officedocument.presentationml.notesMaster+xml"/>
  <Override PartName="/ppt/limits7/ppt/notesSlides/notesSlide1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6" r:id="rId4"/>
    <p:sldId id="275" r:id="rId5"/>
    <p:sldId id="273" r:id="rId6"/>
    <p:sldId id="276" r:id="rId7"/>
    <p:sldId id="277" r:id="rIdLimits7"/>
    <p:sldId id="270" r:id="rId8"/>
    <p:sldId id="271" r:id="rId9"/>
    <p:sldId id="272" r:id="rId10"/>
    <p:sldId id="274" r:id="rId11"/>
    <p:sldId id="266" r:id="rId12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Limits7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w="22860">
              <a:solidFill>
                <a:srgbClr val="2467B2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/>
                  <a:lstStyle/>
                  <a:p>
                    <a:r>
                      <a:rPr lang="en-US" sz="1275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70E-4390-B389-062BD63099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5.5519999999999996E-3</c:v>
                </c:pt>
                <c:pt idx="1">
                  <c:v>2.4099999999999998E-3</c:v>
                </c:pt>
                <c:pt idx="2">
                  <c:v>9.2370000000000004E-3</c:v>
                </c:pt>
                <c:pt idx="3">
                  <c:v>3.2599999999999999E-3</c:v>
                </c:pt>
                <c:pt idx="4">
                  <c:v>2.323E-3</c:v>
                </c:pt>
                <c:pt idx="5">
                  <c:v>1.774E-3</c:v>
                </c:pt>
                <c:pt idx="6">
                  <c:v>1.328E-3</c:v>
                </c:pt>
                <c:pt idx="7">
                  <c:v>8.7100000000000003E-4</c:v>
                </c:pt>
                <c:pt idx="8">
                  <c:v>1.206E-3</c:v>
                </c:pt>
                <c:pt idx="9">
                  <c:v>4.5580000000000004E-3</c:v>
                </c:pt>
                <c:pt idx="10">
                  <c:v>1.0920000000000001E-3</c:v>
                </c:pt>
                <c:pt idx="11">
                  <c:v>3.1419999999999998E-3</c:v>
                </c:pt>
                <c:pt idx="12">
                  <c:v>1.619E-3</c:v>
                </c:pt>
                <c:pt idx="13">
                  <c:v>1.0989999999999999E-3</c:v>
                </c:pt>
                <c:pt idx="14">
                  <c:v>9.7300000000000002E-4</c:v>
                </c:pt>
                <c:pt idx="15">
                  <c:v>9.7599999999999998E-4</c:v>
                </c:pt>
                <c:pt idx="16">
                  <c:v>1.178E-3</c:v>
                </c:pt>
                <c:pt idx="17">
                  <c:v>1.0120000000000001E-3</c:v>
                </c:pt>
                <c:pt idx="18">
                  <c:v>2.2169999999999998E-3</c:v>
                </c:pt>
                <c:pt idx="19">
                  <c:v>2.2330000000000002E-3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0E-4390-B389-062BD63099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7620">
            <a:solidFill>
              <a:srgbClr val="000000"/>
            </a:solidFill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w="5715">
              <a:solidFill>
                <a:srgbClr val="D0D0D0"/>
              </a:solidFill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between"/>
        <c:majorUnit val="2E-3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Средняя точность, %</c:v>
          </c:tx>
          <c:spPr>
            <a:ln w="22860">
              <a:solidFill>
                <a:srgbClr val="7C4BB1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/>
                  <a:lstStyle/>
                  <a:p>
                    <a:r>
                      <a:rPr lang="en-US" sz="1275" b="1">
                        <a:solidFill>
                          <a:srgbClr val="7C4BB1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8E7-4864-816E-E53FD48BBA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0.0" %"</c:formatCode>
                <c:ptCount val="20"/>
                <c:pt idx="0">
                  <c:v>98.972763999999998</c:v>
                </c:pt>
                <c:pt idx="1">
                  <c:v>98.861858999999995</c:v>
                </c:pt>
                <c:pt idx="2">
                  <c:v>99.573729999999998</c:v>
                </c:pt>
                <c:pt idx="3">
                  <c:v>99.689363</c:v>
                </c:pt>
                <c:pt idx="4">
                  <c:v>99.276484999999994</c:v>
                </c:pt>
                <c:pt idx="5">
                  <c:v>99.174206999999996</c:v>
                </c:pt>
                <c:pt idx="6">
                  <c:v>99.551929999999999</c:v>
                </c:pt>
                <c:pt idx="7">
                  <c:v>99.323223999999996</c:v>
                </c:pt>
                <c:pt idx="8">
                  <c:v>99.462997000000001</c:v>
                </c:pt>
                <c:pt idx="9">
                  <c:v>99.102930000000001</c:v>
                </c:pt>
                <c:pt idx="10">
                  <c:v>99.325665999999998</c:v>
                </c:pt>
                <c:pt idx="11">
                  <c:v>99.342979999999997</c:v>
                </c:pt>
                <c:pt idx="12">
                  <c:v>99.213706000000002</c:v>
                </c:pt>
                <c:pt idx="13">
                  <c:v>99.211031000000006</c:v>
                </c:pt>
                <c:pt idx="14">
                  <c:v>99.315382</c:v>
                </c:pt>
                <c:pt idx="15">
                  <c:v>99.234098000000003</c:v>
                </c:pt>
                <c:pt idx="16">
                  <c:v>99.280321000000001</c:v>
                </c:pt>
                <c:pt idx="17">
                  <c:v>99.311447000000001</c:v>
                </c:pt>
                <c:pt idx="18">
                  <c:v>99.245391999999995</c:v>
                </c:pt>
                <c:pt idx="19">
                  <c:v>99.336899000000003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E7-4864-816E-E53FD48BBA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7620">
            <a:solidFill>
              <a:srgbClr val="000000"/>
            </a:solidFill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w="5715">
              <a:solidFill>
                <a:srgbClr val="D0D0D0"/>
              </a:solidFill>
            </a:ln>
          </c:spPr>
        </c:majorGridlines>
        <c:numFmt formatCode="0.0&quot; 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Полнота, %</c:v>
          </c:tx>
          <c:spPr>
            <a:ln w="22860">
              <a:solidFill>
                <a:srgbClr val="2467B2"/>
              </a:solidFill>
            </a:ln>
          </c:spPr>
          <c:marker>
            <c:symbol val="circle"/>
            <c:size val="3"/>
            <c:spPr>
              <a:solidFill>
                <a:srgbClr val="2467B2"/>
              </a:solidFill>
            </c:spPr>
          </c:marker>
          <c:dLbls>
            <c:dLbl>
              <c:idx val="18"/>
              <c:tx>
                <c:rich>
                  <a:bodyPr/>
                  <a:lstStyle/>
                  <a:p>
                    <a:r>
                      <a:rPr lang="ru-RU" sz="1350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84D-4FAD-BE94-1922F11B37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45.454545000000003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45.454545000000003</c:v>
                </c:pt>
                <c:pt idx="7">
                  <c:v>45.454545000000003</c:v>
                </c:pt>
                <c:pt idx="8">
                  <c:v>72.727272999999997</c:v>
                </c:pt>
                <c:pt idx="9">
                  <c:v>45.454545000000003</c:v>
                </c:pt>
                <c:pt idx="10">
                  <c:v>54.545454999999997</c:v>
                </c:pt>
                <c:pt idx="11">
                  <c:v>45.454545000000003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45.454545000000003</c:v>
                </c:pt>
                <c:pt idx="15">
                  <c:v>45.454545000000003</c:v>
                </c:pt>
                <c:pt idx="16">
                  <c:v>54.545454999999997</c:v>
                </c:pt>
                <c:pt idx="17">
                  <c:v>54.545454999999997</c:v>
                </c:pt>
                <c:pt idx="18">
                  <c:v>54.545454999999997</c:v>
                </c:pt>
                <c:pt idx="19">
                  <c:v>54.545454999999997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4D-4FAD-BE94-1922F11B37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0D0D0"/>
              </a:solidFill>
            </a:ln>
          </c:spPr>
        </c:majorGridlines>
        <c:numFmt formatCode="0&quot; 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>
                <a:srgbClr val="A52B37"/>
              </a:solidFill>
            </c:spPr>
          </c:marker>
          <c:dLbls>
            <c:dLbl>
              <c:idx val="18"/>
              <c:tx>
                <c:rich>
                  <a:bodyPr/>
                  <a:lstStyle/>
                  <a:p>
                    <a:r>
                      <a:rPr lang="ru-RU"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7AD-4005-88FA-A4D7972543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7.03125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AD-4005-88FA-A4D797254312}"/>
            </c:ext>
          </c:extLst>
        </c:ser>
        <c:ser>
          <c:idx val="1"/>
          <c:order val="1"/>
          <c:tx>
            <c:v>Допустимый предел 1 %</c:v>
          </c:tx>
          <c:spPr>
            <a:ln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0" %"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AD-4005-88FA-A4D7972543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0D0D0"/>
              </a:solidFill>
            </a:ln>
          </c:spPr>
        </c:majorGridlines>
        <c:numFmt formatCode="0&quot; 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limits7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d092b3307d8047d3"/></Relationships>
</file>

<file path=ppt/limits7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limits7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limits7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../slides/slide12.xml" Id="R85938c57330947c9"/><Relationship Type="http://schemas.openxmlformats.org/officeDocument/2006/relationships/notesMaster" Target="../notesMasters/notesMaster1.xml" Id="Re5ce9022b49d4475"/></Relationships>
</file>

<file path=ppt/limits7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C:/Users/Yawllen/Documents/GitHub/Nir2/outputs/model_v12_report/metrics_v12.json; срез valid.printer_at_0_3: TP6 FN5 FP0 TN128, N139. Полнота = TP/(TP+FN) = 6/11 = 54,55 %. Это валидационная выборка выбора весов, не независимый тест. Один кадр меняет оценку полноты на 9,09 процентного пункта. Частота обнаружения по печатным заданиям не измерена. Причина различий с общим набором экспериментально не установлена.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limits7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b23af032a18f41b7"/></Relationships>
</file>

<file path=ppt/limits7/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cfb34fdde3848d2"/></Relationships>
</file>

<file path=ppt/limits7/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5a628b9d4d1409e"/></Relationships>
</file>

<file path=ppt/limits7/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78ea9405595f4724"/></Relationships>
</file>

<file path=ppt/limits7/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fc565117b5a46a1"/></Relationships>
</file>

<file path=ppt/limits7/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1cf1ce9b558c402d"/></Relationships>
</file>

<file path=ppt/limits7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8F3C78-F6F4-4CA1-9EBF-561FA66C7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23B8C6-43CC-4A89-861C-88DF7DBCF6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limits7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E813E7-A6C8-44C9-945E-4D10983F4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limits7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8D2466-6D69-4704-84EA-4C93FDB77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E965AC-0689-4737-B3C8-88834E7B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37AE66-694B-4067-8641-22625BB64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770058-DF12-475C-8834-869940D5B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69CD0E-5254-40FF-BBC8-5D5207B797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E27D71-4846-4D29-8697-C208B2B6E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AC4A6B-A9F6-41C5-9AC0-034E609C0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limits7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93f990ac40834107"/><Relationship Type="http://schemas.openxmlformats.org/officeDocument/2006/relationships/slideLayout" Target="../slideLayouts/slideLayout1.xml" Id="R7ae7aae3475b4676"/><Relationship Type="http://schemas.openxmlformats.org/officeDocument/2006/relationships/slideLayout" Target="../slideLayouts/slideLayout2.xml" Id="R7f1b45e43a394d69"/><Relationship Type="http://schemas.openxmlformats.org/officeDocument/2006/relationships/slideLayout" Target="../slideLayouts/slideLayout3.xml" Id="R9dc85d42a10449b0"/><Relationship Type="http://schemas.openxmlformats.org/officeDocument/2006/relationships/slideLayout" Target="../slideLayouts/slideLayout4.xml" Id="R409e4bf087a54797"/><Relationship Type="http://schemas.openxmlformats.org/officeDocument/2006/relationships/slideLayout" Target="../slideLayouts/slideLayout5.xml" Id="R7174fece49864216"/><Relationship Type="http://schemas.openxmlformats.org/officeDocument/2006/relationships/slideLayout" Target="../slideLayouts/slideLayout6.xml" Id="R0b69661596d8431d"/></Relationships>
</file>

<file path=ppt/limits7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7aae3475b4676"/>
    <p:sldLayoutId xmlns:r="http://schemas.openxmlformats.org/officeDocument/2006/relationships" id="2147483650" r:id="R7f1b45e43a394d69"/>
    <p:sldLayoutId xmlns:r="http://schemas.openxmlformats.org/officeDocument/2006/relationships" id="2147483651" r:id="R9dc85d42a10449b0"/>
    <p:sldLayoutId xmlns:r="http://schemas.openxmlformats.org/officeDocument/2006/relationships" id="2147483652" r:id="R409e4bf087a54797"/>
    <p:sldLayoutId xmlns:r="http://schemas.openxmlformats.org/officeDocument/2006/relationships" id="2147483653" r:id="R7174fece49864216"/>
    <p:sldLayoutId xmlns:r="http://schemas.openxmlformats.org/officeDocument/2006/relationships" id="2147483654" r:id="R0b69661596d8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limits7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limits7/ppt/slideLayouts/slideLayout6.xml" Id="R93605d0b17524e2a"/><Relationship Type="http://schemas.openxmlformats.org/officeDocument/2006/relationships/notesSlide" Target="../limits7/ppt/notesSlides/notesSlide1.xml" Id="Rae41eb4078a1469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Заголовок">
            <a:extLst>
              <a:ext uri="{FF2B5EF4-FFF2-40B4-BE49-F238E27FC236}">
                <a16:creationId xmlns:a16="http://schemas.microsoft.com/office/drawing/2014/main" id="{ACC627F3-8399-4AA3-8201-0E3F6CF7F6E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a16:creationId xmlns:a16="http://schemas.microsoft.com/office/drawing/2014/main" id="{91D7E26E-575E-4F65-9320-698663D9E238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>
              <a:ext uri="{FF2B5EF4-FFF2-40B4-BE49-F238E27FC236}">
                <a16:creationId xmlns:a16="http://schemas.microsoft.com/office/drawing/2014/main" id="{92F8E47D-17EC-435F-864C-AF2AE3FBB56D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5416C60F-AB08-4D6F-ABC0-16AF5CC12BF1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55617F87-B9B6-4A75-B273-B905085F1A97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Матрица ошибок">
            <a:extLst>
              <a:ext uri="{FF2B5EF4-FFF2-40B4-BE49-F238E27FC236}">
                <a16:creationId xmlns:a16="http://schemas.microsoft.com/office/drawing/2014/main" id="{39E2094E-71E6-4E7F-B663-0EF4FCDDCF04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a16:creationId xmlns:a16="http://schemas.microsoft.com/office/drawing/2014/main" id="{FCA0F91C-50A8-46A0-841E-FB90A9D30D5F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a16:creationId xmlns:a16="http://schemas.microsoft.com/office/drawing/2014/main" id="{3C360B39-D1B6-4A83-B331-0C8DBEF12602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a16:creationId xmlns:a16="http://schemas.microsoft.com/office/drawing/2014/main" id="{C9D77181-C197-4033-BBC0-BE676D372C2B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a16:creationId xmlns:a16="http://schemas.microsoft.com/office/drawing/2014/main" id="{D3BD75B8-BD97-480A-BC26-9CA4F42E73A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a16:creationId xmlns:a16="http://schemas.microsoft.com/office/drawing/2014/main" id="{C8733A88-3474-40EB-BC02-8D6EEA7D66E2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a16:creationId xmlns:a16="http://schemas.microsoft.com/office/drawing/2014/main" id="{86D4A609-562B-4D79-B555-16DC19A3111F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a16:creationId xmlns:a16="http://schemas.microsoft.com/office/drawing/2014/main" id="{0C239167-7153-4BB7-8999-5E952885B44F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a16:creationId xmlns:a16="http://schemas.microsoft.com/office/drawing/2014/main" id="{ABDF62F0-52C1-43D0-9477-091191FEA514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a16:creationId xmlns:a16="http://schemas.microsoft.com/office/drawing/2014/main" id="{43C7FBDD-67D3-4C54-9323-2CA3754E6BA9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a16:creationId xmlns:a16="http://schemas.microsoft.com/office/drawing/2014/main" id="{6F0502F0-58CD-4377-BE55-71635BBB5CF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a16:creationId xmlns:a16="http://schemas.microsoft.com/office/drawing/2014/main" id="{9A1BADF3-025C-4B74-A9D3-3DD99C16CAD5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a16:creationId xmlns:a16="http://schemas.microsoft.com/office/drawing/2014/main" id="{3DE164EB-6C30-4D3F-A681-35C8884BD99F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a16:creationId xmlns:a16="http://schemas.microsoft.com/office/drawing/2014/main" id="{22992C81-6D46-434C-B0A3-DAFF5C251F50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a16:creationId xmlns:a16="http://schemas.microsoft.com/office/drawing/2014/main" id="{EF24A817-B215-474F-A3D8-FF75C4397F18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a16:creationId xmlns:a16="http://schemas.microsoft.com/office/drawing/2014/main" id="{395D39FE-03CF-4056-956B-8EB4407BCA0C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a16:creationId xmlns:a16="http://schemas.microsoft.com/office/drawing/2014/main" id="{73D65972-A679-439E-8802-EEFE6EAEBE50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a16:creationId xmlns:a16="http://schemas.microsoft.com/office/drawing/2014/main" id="{23B64567-5132-4E63-8D6A-7A50B66EB748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a16:creationId xmlns:a16="http://schemas.microsoft.com/office/drawing/2014/main" id="{463DD5A4-4746-4557-B1BE-BA2EF3BB75AA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a16:creationId xmlns:a16="http://schemas.microsoft.com/office/drawing/2014/main" id="{5EEE147D-C68E-45C5-A789-13B6ECFA1B3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a16:creationId xmlns:a16="http://schemas.microsoft.com/office/drawing/2014/main" id="{2ABDCA34-7708-4EFB-9DB6-0282CFE8F8DA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a16:creationId xmlns:a16="http://schemas.microsoft.com/office/drawing/2014/main" id="{36DB5CFA-27E8-4EE9-8520-E1FAC8AFFE15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Метрика Точность">
            <a:extLst>
              <a:ext uri="{FF2B5EF4-FFF2-40B4-BE49-F238E27FC236}">
                <a16:creationId xmlns:a16="http://schemas.microsoft.com/office/drawing/2014/main" id="{26FDC1A2-178D-4D98-90FC-E7163E42A0B1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Точность 98,71 %</a:t>
            </a:r>
            <a:r>
              <a:t> — верные срабатывания</a:t>
            </a:r>
          </a:p>
        </p:txBody>
      </p:sp>
      <p:sp>
        <p:nvSpPr>
          <p:cNvPr id="29" name="Метрика Полнота">
            <a:extLst>
              <a:ext uri="{FF2B5EF4-FFF2-40B4-BE49-F238E27FC236}">
                <a16:creationId xmlns:a16="http://schemas.microsoft.com/office/drawing/2014/main" id="{4CA52852-A2C8-49D2-84B4-CF0FB350B92C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Полнота 99,89 %</a:t>
            </a:r>
            <a:r>
              <a:t> — найденные дефекты</a:t>
            </a:r>
          </a:p>
        </p:txBody>
      </p:sp>
      <p:sp>
        <p:nvSpPr>
          <p:cNvPr id="30" name="Метрика Мера F1">
            <a:extLst>
              <a:ext uri="{FF2B5EF4-FFF2-40B4-BE49-F238E27FC236}">
                <a16:creationId xmlns:a16="http://schemas.microsoft.com/office/drawing/2014/main" id="{04C94095-3D73-4A64-BD4D-09B5D8895873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Мера F1 99,30 %</a:t>
            </a:r>
            <a:r>
              <a:t> — баланс точности и полноты</a:t>
            </a:r>
          </a:p>
        </p:txBody>
      </p:sp>
      <p:sp>
        <p:nvSpPr>
          <p:cNvPr id="31" name="Метрика Верные ответы">
            <a:extLst>
              <a:ext uri="{FF2B5EF4-FFF2-40B4-BE49-F238E27FC236}">
                <a16:creationId xmlns:a16="http://schemas.microsoft.com/office/drawing/2014/main" id="{4A380A0F-53B4-448D-A4F2-EB3E8D1C4469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Верные ответы 99,61 %</a:t>
            </a:r>
            <a:r>
              <a:t> — по обоим классам</a:t>
            </a:r>
          </a:p>
        </p:txBody>
      </p:sp>
      <p:sp>
        <p:nvSpPr>
          <p:cNvPr id="32" name="Метрика Средняя точность">
            <a:extLst>
              <a:ext uri="{FF2B5EF4-FFF2-40B4-BE49-F238E27FC236}">
                <a16:creationId xmlns:a16="http://schemas.microsoft.com/office/drawing/2014/main" id="{B8181717-0F00-4305-A5FA-A8A494EA81AD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Средняя точность 99,72 %</a:t>
            </a:r>
            <a:r>
              <a:t> —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a16:creationId xmlns:a16="http://schemas.microsoft.com/office/drawing/2014/main" id="{9531F666-EDA0-49C4-A7B2-939E026759F9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a16:creationId xmlns:a16="http://schemas.microsoft.com/office/drawing/2014/main" id="{3A0111E8-A102-45FD-8C56-82D6964C5D10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Дообучались ранее полученные веса: средняя точность после первой эпохи — 98,97 %. На тесте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a16:creationId xmlns:a16="http://schemas.microsoft.com/office/drawing/2014/main" id="{116D7FF0-53F5-4134-BD55-9CDE1DAB906B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Заголовок выбора">
            <a:extLst>
              <a:ext uri="{FF2B5EF4-FFF2-40B4-BE49-F238E27FC236}">
                <a16:creationId xmlns:a16="http://schemas.microsoft.com/office/drawing/2014/main" id="{09540E61-7982-44DB-BD21-14200E57786D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>
              <a:ext uri="{FF2B5EF4-FFF2-40B4-BE49-F238E27FC236}">
                <a16:creationId xmlns:a16="http://schemas.microsoft.com/office/drawing/2014/main" id="{86D5EC6A-99D8-415B-ADB7-FD4A45A2DA4D}"/>
              </a:ext>
            </a:extLst>
          </p:cNvPr>
          <p:cNvSpPr>
            <a:spLocks noGrp="1"/>
          </p:cNvSpPr>
          <p:nvPr/>
        </p:nvSpPr>
        <p:spPr>
          <a:xfrm>
            <a:off x="419100" y="838200"/>
            <a:ext cx="832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>
              <a:ext uri="{FF2B5EF4-FFF2-40B4-BE49-F238E27FC236}">
                <a16:creationId xmlns:a16="http://schemas.microsoft.com/office/drawing/2014/main" id="{968AB077-8918-40E3-9726-F4D390F9A0B7}"/>
              </a:ext>
            </a:extLst>
          </p:cNvPr>
          <p:cNvSpPr>
            <a:spLocks noGrp="1"/>
          </p:cNvSpPr>
          <p:nvPr/>
        </p:nvSpPr>
        <p:spPr>
          <a:xfrm>
            <a:off x="428625" y="1247775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>
              <a:ext uri="{FF2B5EF4-FFF2-40B4-BE49-F238E27FC236}">
                <a16:creationId xmlns:a16="http://schemas.microsoft.com/office/drawing/2014/main" id="{ABB0AA5C-48E6-4992-8067-A3709AAC884A}"/>
              </a:ext>
            </a:extLst>
          </p:cNvPr>
          <p:cNvSpPr>
            <a:spLocks noGrp="1"/>
          </p:cNvSpPr>
          <p:nvPr/>
        </p:nvSpPr>
        <p:spPr>
          <a:xfrm>
            <a:off x="36195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>
              <a:ext uri="{FF2B5EF4-FFF2-40B4-BE49-F238E27FC236}">
                <a16:creationId xmlns:a16="http://schemas.microsoft.com/office/drawing/2014/main" id="{1AED36EF-C74A-418C-ADA2-7515E9050124}"/>
              </a:ext>
            </a:extLst>
          </p:cNvPr>
          <p:cNvSpPr>
            <a:spLocks noGrp="1"/>
          </p:cNvSpPr>
          <p:nvPr/>
        </p:nvSpPr>
        <p:spPr>
          <a:xfrm>
            <a:off x="476250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2884465A-7273-4A5E-9189-55A78A4AC6CC}"/>
              </a:ext>
            </a:extLst>
          </p:cNvPr>
          <p:cNvGraphicFramePr/>
          <p:nvPr/>
        </p:nvGraphicFramePr>
        <p:xfrm>
          <a:off x="295275" y="2133600"/>
          <a:ext cx="4124325" cy="1819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EEF613BF-9326-4B67-A49B-747AD8171167}"/>
              </a:ext>
            </a:extLst>
          </p:cNvPr>
          <p:cNvGraphicFramePr/>
          <p:nvPr/>
        </p:nvGraphicFramePr>
        <p:xfrm>
          <a:off x="4705350" y="2133600"/>
          <a:ext cx="4124325" cy="1819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Предел">
            <a:extLst>
              <a:ext uri="{FF2B5EF4-FFF2-40B4-BE49-F238E27FC236}">
                <a16:creationId xmlns:a16="http://schemas.microsoft.com/office/drawing/2014/main" id="{7D6D7FD3-4519-4CE3-B474-E2653ED7EBC4}"/>
              </a:ext>
            </a:extLst>
          </p:cNvPr>
          <p:cNvSpPr>
            <a:spLocks noGrp="1"/>
          </p:cNvSpPr>
          <p:nvPr/>
        </p:nvSpPr>
        <p:spPr>
          <a:xfrm>
            <a:off x="4752975" y="4010025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>
              <a:ext uri="{FF2B5EF4-FFF2-40B4-BE49-F238E27FC236}">
                <a16:creationId xmlns:a16="http://schemas.microsoft.com/office/drawing/2014/main" id="{0134092E-AF35-4789-90B6-3D9321CA0609}"/>
              </a:ext>
            </a:extLst>
          </p:cNvPr>
          <p:cNvSpPr>
            <a:spLocks noGrp="1"/>
          </p:cNvSpPr>
          <p:nvPr/>
        </p:nvSpPr>
        <p:spPr>
          <a:xfrm>
            <a:off x="457200" y="4371975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a16:creationId xmlns:a16="http://schemas.microsoft.com/office/drawing/2014/main" id="{91F2AA3B-219B-433C-8D8B-BAAE5BABD753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>
              <a:ext uri="{FF2B5EF4-FFF2-40B4-BE49-F238E27FC236}">
                <a16:creationId xmlns:a16="http://schemas.microsoft.com/office/drawing/2014/main" id="{AD719252-6C26-49E8-87BF-6F2667F7BE34}"/>
              </a:ext>
            </a:extLst>
          </p:cNvPr>
          <p:cNvSpPr>
            <a:spLocks noGrp="1"/>
          </p:cNvSpPr>
          <p:nvPr/>
        </p:nvSpPr>
        <p:spPr>
          <a:xfrm>
            <a:off x="1171575" y="4371975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a16:creationId xmlns:a16="http://schemas.microsoft.com/office/drawing/2014/main" id="{8187E781-42FC-428E-AF95-0786C89F3455}"/>
              </a:ext>
            </a:extLst>
          </p:cNvPr>
          <p:cNvSpPr>
            <a:spLocks noGrp="1"/>
          </p:cNvSpPr>
          <p:nvPr/>
        </p:nvSpPr>
        <p:spPr>
          <a:xfrm>
            <a:off x="1209675" y="44386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a16:creationId xmlns:a16="http://schemas.microsoft.com/office/drawing/2014/main" id="{3F975863-DC00-4C9D-94A8-CDDFA5F39171}"/>
              </a:ext>
            </a:extLst>
          </p:cNvPr>
          <p:cNvSpPr>
            <a:spLocks noGrp="1"/>
          </p:cNvSpPr>
          <p:nvPr/>
        </p:nvSpPr>
        <p:spPr>
          <a:xfrm>
            <a:off x="2733675" y="4371975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a16:creationId xmlns:a16="http://schemas.microsoft.com/office/drawing/2014/main" id="{5A0C453D-AAA5-46AE-8C2B-3F2091B221FC}"/>
              </a:ext>
            </a:extLst>
          </p:cNvPr>
          <p:cNvSpPr>
            <a:spLocks noGrp="1"/>
          </p:cNvSpPr>
          <p:nvPr/>
        </p:nvSpPr>
        <p:spPr>
          <a:xfrm>
            <a:off x="2771775" y="44386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>
              <a:ext uri="{FF2B5EF4-FFF2-40B4-BE49-F238E27FC236}">
                <a16:creationId xmlns:a16="http://schemas.microsoft.com/office/drawing/2014/main" id="{6EC8EDF5-C9BB-42E2-B2C2-4588A0350266}"/>
              </a:ext>
            </a:extLst>
          </p:cNvPr>
          <p:cNvSpPr>
            <a:spLocks noGrp="1"/>
          </p:cNvSpPr>
          <p:nvPr/>
        </p:nvSpPr>
        <p:spPr>
          <a:xfrm>
            <a:off x="4705350" y="4371975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a16:creationId xmlns:a16="http://schemas.microsoft.com/office/drawing/2014/main" id="{3D274A40-4420-46D3-ABD8-6D8514691AEE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</a:t>
            </a:r>
          </a:p>
        </p:txBody>
      </p:sp>
      <p:sp>
        <p:nvSpPr>
          <p:cNvPr id="17" name="Таблица 0 4">
            <a:extLst>
              <a:ext uri="{FF2B5EF4-FFF2-40B4-BE49-F238E27FC236}">
                <a16:creationId xmlns:a16="http://schemas.microsoft.com/office/drawing/2014/main" id="{29DBF2EB-8C1F-42F7-AF00-A6754764DD54}"/>
              </a:ext>
            </a:extLst>
          </p:cNvPr>
          <p:cNvSpPr>
            <a:spLocks noGrp="1"/>
          </p:cNvSpPr>
          <p:nvPr/>
        </p:nvSpPr>
        <p:spPr>
          <a:xfrm>
            <a:off x="6305550" y="4371975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a16:creationId xmlns:a16="http://schemas.microsoft.com/office/drawing/2014/main" id="{080F0005-70C9-48D5-98B2-21D18AD159FB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a16:creationId xmlns:a16="http://schemas.microsoft.com/office/drawing/2014/main" id="{67DB66A9-CE9B-4255-98BB-4991B41D2046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a16:creationId xmlns:a16="http://schemas.microsoft.com/office/drawing/2014/main" id="{971E9913-8059-4BBC-B20F-C0FA5F4ED301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a16:creationId xmlns:a16="http://schemas.microsoft.com/office/drawing/2014/main" id="{2C91F6C8-8E4C-471E-BB9B-E737BCE3A7DA}"/>
              </a:ext>
            </a:extLst>
          </p:cNvPr>
          <p:cNvSpPr>
            <a:spLocks noGrp="1"/>
          </p:cNvSpPr>
          <p:nvPr/>
        </p:nvSpPr>
        <p:spPr>
          <a:xfrm>
            <a:off x="1171575" y="4686300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a16:creationId xmlns:a16="http://schemas.microsoft.com/office/drawing/2014/main" id="{72526D8D-90AE-4053-B5EE-930527D93F4B}"/>
              </a:ext>
            </a:extLst>
          </p:cNvPr>
          <p:cNvSpPr>
            <a:spLocks noGrp="1"/>
          </p:cNvSpPr>
          <p:nvPr/>
        </p:nvSpPr>
        <p:spPr>
          <a:xfrm>
            <a:off x="1209675" y="475297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a16:creationId xmlns:a16="http://schemas.microsoft.com/office/drawing/2014/main" id="{00303724-085C-4D6F-AFF4-1933C7AAA5B2}"/>
              </a:ext>
            </a:extLst>
          </p:cNvPr>
          <p:cNvSpPr>
            <a:spLocks noGrp="1"/>
          </p:cNvSpPr>
          <p:nvPr/>
        </p:nvSpPr>
        <p:spPr>
          <a:xfrm>
            <a:off x="2733675" y="4686300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a16:creationId xmlns:a16="http://schemas.microsoft.com/office/drawing/2014/main" id="{80FA16A8-F759-4519-8703-650F52C8D2DE}"/>
              </a:ext>
            </a:extLst>
          </p:cNvPr>
          <p:cNvSpPr>
            <a:spLocks noGrp="1"/>
          </p:cNvSpPr>
          <p:nvPr/>
        </p:nvSpPr>
        <p:spPr>
          <a:xfrm>
            <a:off x="2771775" y="475297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a16:creationId xmlns:a16="http://schemas.microsoft.com/office/drawing/2014/main" id="{A0600624-A7F0-40F0-86BB-4C25F247C8B7}"/>
              </a:ext>
            </a:extLst>
          </p:cNvPr>
          <p:cNvSpPr>
            <a:spLocks noGrp="1"/>
          </p:cNvSpPr>
          <p:nvPr/>
        </p:nvSpPr>
        <p:spPr>
          <a:xfrm>
            <a:off x="4705350" y="4686300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a16:creationId xmlns:a16="http://schemas.microsoft.com/office/drawing/2014/main" id="{2FC569A8-BF66-4C41-9E76-4661168A5B50}"/>
              </a:ext>
            </a:extLst>
          </p:cNvPr>
          <p:cNvSpPr>
            <a:spLocks noGrp="1"/>
          </p:cNvSpPr>
          <p:nvPr/>
        </p:nvSpPr>
        <p:spPr>
          <a:xfrm>
            <a:off x="4743450" y="47529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75,12 %</a:t>
            </a:r>
          </a:p>
        </p:txBody>
      </p:sp>
      <p:sp>
        <p:nvSpPr>
          <p:cNvPr id="27" name="Таблица 1 4">
            <a:extLst>
              <a:ext uri="{FF2B5EF4-FFF2-40B4-BE49-F238E27FC236}">
                <a16:creationId xmlns:a16="http://schemas.microsoft.com/office/drawing/2014/main" id="{EE0D11C1-72A8-4F3A-9F56-163B1BF5CCC2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a16:creationId xmlns:a16="http://schemas.microsoft.com/office/drawing/2014/main" id="{3FA3A720-304B-4DFF-A1D1-4C815D9C24CB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>
              <a:ext uri="{FF2B5EF4-FFF2-40B4-BE49-F238E27FC236}">
                <a16:creationId xmlns:a16="http://schemas.microsoft.com/office/drawing/2014/main" id="{4A6B021C-3C1B-4209-BD25-752C1436599D}"/>
              </a:ext>
            </a:extLst>
          </p:cNvPr>
          <p:cNvSpPr>
            <a:spLocks noGrp="1"/>
          </p:cNvSpPr>
          <p:nvPr/>
        </p:nvSpPr>
        <p:spPr>
          <a:xfrm>
            <a:off x="457200" y="500062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a16:creationId xmlns:a16="http://schemas.microsoft.com/office/drawing/2014/main" id="{EFAF94D7-93FF-4D11-8D5C-6A6557BAB300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a16:creationId xmlns:a16="http://schemas.microsoft.com/office/drawing/2014/main" id="{CEA3B073-880A-4724-8D6F-45F509E82AF4}"/>
              </a:ext>
            </a:extLst>
          </p:cNvPr>
          <p:cNvSpPr>
            <a:spLocks noGrp="1"/>
          </p:cNvSpPr>
          <p:nvPr/>
        </p:nvSpPr>
        <p:spPr>
          <a:xfrm>
            <a:off x="1171575" y="500062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a16:creationId xmlns:a16="http://schemas.microsoft.com/office/drawing/2014/main" id="{7B8EF410-8BF5-4861-AB84-BBDB7D3E34AB}"/>
              </a:ext>
            </a:extLst>
          </p:cNvPr>
          <p:cNvSpPr>
            <a:spLocks noGrp="1"/>
          </p:cNvSpPr>
          <p:nvPr/>
        </p:nvSpPr>
        <p:spPr>
          <a:xfrm>
            <a:off x="1209675" y="506730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a16:creationId xmlns:a16="http://schemas.microsoft.com/office/drawing/2014/main" id="{3D50C02F-41D6-474A-95D0-E72A123CE082}"/>
              </a:ext>
            </a:extLst>
          </p:cNvPr>
          <p:cNvSpPr>
            <a:spLocks noGrp="1"/>
          </p:cNvSpPr>
          <p:nvPr/>
        </p:nvSpPr>
        <p:spPr>
          <a:xfrm>
            <a:off x="2733675" y="500062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a16:creationId xmlns:a16="http://schemas.microsoft.com/office/drawing/2014/main" id="{921FF854-A2C4-47B8-AB8E-9E687708FD98}"/>
              </a:ext>
            </a:extLst>
          </p:cNvPr>
          <p:cNvSpPr>
            <a:spLocks noGrp="1"/>
          </p:cNvSpPr>
          <p:nvPr/>
        </p:nvSpPr>
        <p:spPr>
          <a:xfrm>
            <a:off x="2771775" y="506730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a16:creationId xmlns:a16="http://schemas.microsoft.com/office/drawing/2014/main" id="{B0A26545-E5DE-44D6-99D6-3109E78C14F0}"/>
              </a:ext>
            </a:extLst>
          </p:cNvPr>
          <p:cNvSpPr>
            <a:spLocks noGrp="1"/>
          </p:cNvSpPr>
          <p:nvPr/>
        </p:nvSpPr>
        <p:spPr>
          <a:xfrm>
            <a:off x="4705350" y="500062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a16:creationId xmlns:a16="http://schemas.microsoft.com/office/drawing/2014/main" id="{AC4228AE-F361-4CAA-8DC6-1D54AF8DC6E3}"/>
              </a:ext>
            </a:extLst>
          </p:cNvPr>
          <p:cNvSpPr>
            <a:spLocks noGrp="1"/>
          </p:cNvSpPr>
          <p:nvPr/>
        </p:nvSpPr>
        <p:spPr>
          <a:xfrm>
            <a:off x="4743450" y="50673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92,31 %</a:t>
            </a:r>
          </a:p>
        </p:txBody>
      </p:sp>
      <p:sp>
        <p:nvSpPr>
          <p:cNvPr id="37" name="Таблица 2 4">
            <a:extLst>
              <a:ext uri="{FF2B5EF4-FFF2-40B4-BE49-F238E27FC236}">
                <a16:creationId xmlns:a16="http://schemas.microsoft.com/office/drawing/2014/main" id="{B50A96C4-F666-4CCE-933C-4BB5331312D2}"/>
              </a:ext>
            </a:extLst>
          </p:cNvPr>
          <p:cNvSpPr>
            <a:spLocks noGrp="1"/>
          </p:cNvSpPr>
          <p:nvPr/>
        </p:nvSpPr>
        <p:spPr>
          <a:xfrm>
            <a:off x="6305550" y="500062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a16:creationId xmlns:a16="http://schemas.microsoft.com/office/drawing/2014/main" id="{EDE49BD4-0213-4BCC-A908-B7AE7DD98432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39" name="Таблица 3 0">
            <a:extLst>
              <a:ext uri="{FF2B5EF4-FFF2-40B4-BE49-F238E27FC236}">
                <a16:creationId xmlns:a16="http://schemas.microsoft.com/office/drawing/2014/main" id="{2CB809CA-4159-44EA-BFCD-992F849323CB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a16:creationId xmlns:a16="http://schemas.microsoft.com/office/drawing/2014/main" id="{1C08B1AC-2276-458B-8E94-52FD0317E6DB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a16:creationId xmlns:a16="http://schemas.microsoft.com/office/drawing/2014/main" id="{747C173A-6741-45A5-AC0E-BEF0D3721EB9}"/>
              </a:ext>
            </a:extLst>
          </p:cNvPr>
          <p:cNvSpPr>
            <a:spLocks noGrp="1"/>
          </p:cNvSpPr>
          <p:nvPr/>
        </p:nvSpPr>
        <p:spPr>
          <a:xfrm>
            <a:off x="1171575" y="5314950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a16:creationId xmlns:a16="http://schemas.microsoft.com/office/drawing/2014/main" id="{FAD1F012-E55E-4FB8-A892-0A9895E3D2C2}"/>
              </a:ext>
            </a:extLst>
          </p:cNvPr>
          <p:cNvSpPr>
            <a:spLocks noGrp="1"/>
          </p:cNvSpPr>
          <p:nvPr/>
        </p:nvSpPr>
        <p:spPr>
          <a:xfrm>
            <a:off x="1209675" y="538162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a16:creationId xmlns:a16="http://schemas.microsoft.com/office/drawing/2014/main" id="{28AADCFB-C2A8-4BEE-8D1B-8DB02F0CC38C}"/>
              </a:ext>
            </a:extLst>
          </p:cNvPr>
          <p:cNvSpPr>
            <a:spLocks noGrp="1"/>
          </p:cNvSpPr>
          <p:nvPr/>
        </p:nvSpPr>
        <p:spPr>
          <a:xfrm>
            <a:off x="2733675" y="5314950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a16:creationId xmlns:a16="http://schemas.microsoft.com/office/drawing/2014/main" id="{1BC4B4D7-4FB9-4524-A560-CC2A856078CD}"/>
              </a:ext>
            </a:extLst>
          </p:cNvPr>
          <p:cNvSpPr>
            <a:spLocks noGrp="1"/>
          </p:cNvSpPr>
          <p:nvPr/>
        </p:nvSpPr>
        <p:spPr>
          <a:xfrm>
            <a:off x="2771775" y="538162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a16:creationId xmlns:a16="http://schemas.microsoft.com/office/drawing/2014/main" id="{D9A54C87-A3E5-4D6C-8ED8-87CD2CB6BA6F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a16:creationId xmlns:a16="http://schemas.microsoft.com/office/drawing/2014/main" id="{9DFB7934-E395-4C9E-B698-E4703D6E3A3C}"/>
              </a:ext>
            </a:extLst>
          </p:cNvPr>
          <p:cNvSpPr>
            <a:spLocks noGrp="1"/>
          </p:cNvSpPr>
          <p:nvPr/>
        </p:nvSpPr>
        <p:spPr>
          <a:xfrm>
            <a:off x="4743450" y="5381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94,63 %</a:t>
            </a:r>
          </a:p>
        </p:txBody>
      </p:sp>
      <p:sp>
        <p:nvSpPr>
          <p:cNvPr id="47" name="Таблица 3 4">
            <a:extLst>
              <a:ext uri="{FF2B5EF4-FFF2-40B4-BE49-F238E27FC236}">
                <a16:creationId xmlns:a16="http://schemas.microsoft.com/office/drawing/2014/main" id="{239B04DD-58EB-40CD-AC38-45F0490173EC}"/>
              </a:ext>
            </a:extLst>
          </p:cNvPr>
          <p:cNvSpPr>
            <a:spLocks noGrp="1"/>
          </p:cNvSpPr>
          <p:nvPr/>
        </p:nvSpPr>
        <p:spPr>
          <a:xfrm>
            <a:off x="6305550" y="5314950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a16:creationId xmlns:a16="http://schemas.microsoft.com/office/drawing/2014/main" id="{9FCDAC01-D398-4F5F-B1BA-57CFC4201671}"/>
              </a:ext>
            </a:extLst>
          </p:cNvPr>
          <p:cNvSpPr>
            <a:spLocks noGrp="1"/>
          </p:cNvSpPr>
          <p:nvPr/>
        </p:nvSpPr>
        <p:spPr>
          <a:xfrm>
            <a:off x="6343650" y="538162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a16:creationId xmlns:a16="http://schemas.microsoft.com/office/drawing/2014/main" id="{6E12636E-3A76-4EAA-854D-6E92C08BA536}"/>
              </a:ext>
            </a:extLst>
          </p:cNvPr>
          <p:cNvSpPr>
            <a:spLocks noGrp="1"/>
          </p:cNvSpPr>
          <p:nvPr/>
        </p:nvSpPr>
        <p:spPr>
          <a:xfrm>
            <a:off x="457200" y="562927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a16:creationId xmlns:a16="http://schemas.microsoft.com/office/drawing/2014/main" id="{1838496D-6BF3-4BF2-B52E-62EA9D112A4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a16:creationId xmlns:a16="http://schemas.microsoft.com/office/drawing/2014/main" id="{4C31146C-7A68-40BB-910F-A65094FB7E31}"/>
              </a:ext>
            </a:extLst>
          </p:cNvPr>
          <p:cNvSpPr>
            <a:spLocks noGrp="1"/>
          </p:cNvSpPr>
          <p:nvPr/>
        </p:nvSpPr>
        <p:spPr>
          <a:xfrm>
            <a:off x="1171575" y="562927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a16:creationId xmlns:a16="http://schemas.microsoft.com/office/drawing/2014/main" id="{8BC48706-93D1-4028-A289-8E7BF1E91A39}"/>
              </a:ext>
            </a:extLst>
          </p:cNvPr>
          <p:cNvSpPr>
            <a:spLocks noGrp="1"/>
          </p:cNvSpPr>
          <p:nvPr/>
        </p:nvSpPr>
        <p:spPr>
          <a:xfrm>
            <a:off x="1209675" y="56959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a16:creationId xmlns:a16="http://schemas.microsoft.com/office/drawing/2014/main" id="{46CB48B5-B984-4924-A653-69DE8975EF09}"/>
              </a:ext>
            </a:extLst>
          </p:cNvPr>
          <p:cNvSpPr>
            <a:spLocks noGrp="1"/>
          </p:cNvSpPr>
          <p:nvPr/>
        </p:nvSpPr>
        <p:spPr>
          <a:xfrm>
            <a:off x="2733675" y="562927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a16:creationId xmlns:a16="http://schemas.microsoft.com/office/drawing/2014/main" id="{53A66576-9EC9-431A-92B4-55D6F6FA0CCA}"/>
              </a:ext>
            </a:extLst>
          </p:cNvPr>
          <p:cNvSpPr>
            <a:spLocks noGrp="1"/>
          </p:cNvSpPr>
          <p:nvPr/>
        </p:nvSpPr>
        <p:spPr>
          <a:xfrm>
            <a:off x="2771775" y="56959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a16:creationId xmlns:a16="http://schemas.microsoft.com/office/drawing/2014/main" id="{C35A4F93-A9B7-413B-9534-E4886398933B}"/>
              </a:ext>
            </a:extLst>
          </p:cNvPr>
          <p:cNvSpPr>
            <a:spLocks noGrp="1"/>
          </p:cNvSpPr>
          <p:nvPr/>
        </p:nvSpPr>
        <p:spPr>
          <a:xfrm>
            <a:off x="4705350" y="562927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a16:creationId xmlns:a16="http://schemas.microsoft.com/office/drawing/2014/main" id="{29AA6B9F-FF16-462F-A2C2-0F6FC2FC0CDA}"/>
              </a:ext>
            </a:extLst>
          </p:cNvPr>
          <p:cNvSpPr>
            <a:spLocks noGrp="1"/>
          </p:cNvSpPr>
          <p:nvPr/>
        </p:nvSpPr>
        <p:spPr>
          <a:xfrm>
            <a:off x="4743450" y="56959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92,45 %</a:t>
            </a:r>
          </a:p>
        </p:txBody>
      </p:sp>
      <p:sp>
        <p:nvSpPr>
          <p:cNvPr id="57" name="Таблица 4 4">
            <a:extLst>
              <a:ext uri="{FF2B5EF4-FFF2-40B4-BE49-F238E27FC236}">
                <a16:creationId xmlns:a16="http://schemas.microsoft.com/office/drawing/2014/main" id="{E02512CD-2A53-4C09-9D3E-C3488EC60E99}"/>
              </a:ext>
            </a:extLst>
          </p:cNvPr>
          <p:cNvSpPr>
            <a:spLocks noGrp="1"/>
          </p:cNvSpPr>
          <p:nvPr/>
        </p:nvSpPr>
        <p:spPr>
          <a:xfrm>
            <a:off x="6305550" y="562927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a16:creationId xmlns:a16="http://schemas.microsoft.com/office/drawing/2014/main" id="{F6FA1B50-31AE-4A4E-B537-7678EC2B0102}"/>
              </a:ext>
            </a:extLst>
          </p:cNvPr>
          <p:cNvSpPr>
            <a:spLocks noGrp="1"/>
          </p:cNvSpPr>
          <p:nvPr/>
        </p:nvSpPr>
        <p:spPr>
          <a:xfrm>
            <a:off x="6343650" y="56959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59" name="Обоснование">
            <a:extLst>
              <a:ext uri="{FF2B5EF4-FFF2-40B4-BE49-F238E27FC236}">
                <a16:creationId xmlns:a16="http://schemas.microsoft.com/office/drawing/2014/main" id="{BE42FAD7-17EC-4CE6-8C09-08FD19D08FC2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8229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эпоха: 6 из 11 дефектных кадров, ни одной ложной тревоги. При равной полноте средняя точность на кадрах принтера максимальна.</a:t>
            </a:r>
          </a:p>
        </p:txBody>
      </p:sp>
      <p:sp>
        <p:nvSpPr>
          <p:cNvPr id="60" name="Номер">
            <a:extLst>
              <a:ext uri="{FF2B5EF4-FFF2-40B4-BE49-F238E27FC236}">
                <a16:creationId xmlns:a16="http://schemas.microsoft.com/office/drawing/2014/main" id="{B83CAFFE-64ED-4649-97F2-C30AE88542D8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1434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12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AE57FE3-28A9-4A3C-ADA0-5379768B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Ограничения обнаружения дефектов</a:t>
            </a:r>
          </a:p>
        </p:txBody>
      </p:sp>
      <p:sp>
        <p:nvSpPr>
          <p:cNvPr id="2" name="Выборка">
            <a:extLst xmlns:a="http://schemas.openxmlformats.org/drawingml/2006/main">
              <a:ext uri="{FF2B5EF4-FFF2-40B4-BE49-F238E27FC236}">
                <a16:creationId xmlns:a16="http://schemas.microsoft.com/office/drawing/2014/main" id="{97BF38C3-9E8B-46C9-BB52-559D101A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525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на кадрах собственного принтера, порог 0,3</a:t>
            </a:r>
          </a:p>
        </p:txBody>
      </p:sp>
      <p:sp>
        <p:nvSpPr>
          <p:cNvPr id="3" name="Полнота">
            <a:extLst xmlns:a="http://schemas.openxmlformats.org/drawingml/2006/main">
              <a:ext uri="{FF2B5EF4-FFF2-40B4-BE49-F238E27FC236}">
                <a16:creationId xmlns:a16="http://schemas.microsoft.com/office/drawing/2014/main" id="{88868959-9BE1-43CF-B541-ED11A141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</a:t>
            </a:r>
          </a:p>
        </p:txBody>
      </p:sp>
      <p:sp>
        <p:nvSpPr>
          <p:cNvPr id="4" name="Расшифровка">
            <a:extLst xmlns:a="http://schemas.openxmlformats.org/drawingml/2006/main">
              <a:ext uri="{FF2B5EF4-FFF2-40B4-BE49-F238E27FC236}">
                <a16:creationId xmlns:a16="http://schemas.microsoft.com/office/drawing/2014/main" id="{A65E0C9F-6206-4063-B37A-A0697C9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003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обнаружения: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модель нашла 6 из 11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кадров с дефектом</a:t>
            </a:r>
          </a:p>
        </p:txBody>
      </p:sp>
      <p:sp>
        <p:nvSpPr>
          <p:cNvPr id="5" name="Кадры">
            <a:extLst xmlns:a="http://schemas.openxmlformats.org/drawingml/2006/main">
              <a:ext uri="{FF2B5EF4-FFF2-40B4-BE49-F238E27FC236}">
                <a16:creationId xmlns:a16="http://schemas.microsoft.com/office/drawing/2014/main" id="{A1489911-4B87-44BC-89D1-5F6459D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19250"/>
            <a:ext cx="501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11 кадров с дефектом</a:t>
            </a:r>
          </a:p>
        </p:txBody>
      </p:sp>
      <p:sp>
        <p:nvSpPr>
          <p:cNvPr id="6" name="Кадр 1">
            <a:extLst xmlns:a="http://schemas.openxmlformats.org/drawingml/2006/main">
              <a:ext uri="{FF2B5EF4-FFF2-40B4-BE49-F238E27FC236}">
                <a16:creationId xmlns:a16="http://schemas.microsoft.com/office/drawing/2014/main" id="{5DDA8A0A-5017-4D40-A62A-09E6D7DC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Номер кадра 1">
            <a:extLst xmlns:a="http://schemas.openxmlformats.org/drawingml/2006/main">
              <a:ext uri="{FF2B5EF4-FFF2-40B4-BE49-F238E27FC236}">
                <a16:creationId xmlns:a16="http://schemas.microsoft.com/office/drawing/2014/main" id="{15AC0634-D8F1-4EC8-949F-ECB36E4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8" name="Кадр 2">
            <a:extLst xmlns:a="http://schemas.openxmlformats.org/drawingml/2006/main">
              <a:ext uri="{FF2B5EF4-FFF2-40B4-BE49-F238E27FC236}">
                <a16:creationId xmlns:a16="http://schemas.microsoft.com/office/drawing/2014/main" id="{FCFC0BE7-68FC-4405-AB9A-A78D676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Номер кадра 2">
            <a:extLst xmlns:a="http://schemas.openxmlformats.org/drawingml/2006/main">
              <a:ext uri="{FF2B5EF4-FFF2-40B4-BE49-F238E27FC236}">
                <a16:creationId xmlns:a16="http://schemas.microsoft.com/office/drawing/2014/main" id="{48563E2A-D850-4F53-AF02-09DA226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</a:t>
            </a:r>
          </a:p>
        </p:txBody>
      </p:sp>
      <p:sp>
        <p:nvSpPr>
          <p:cNvPr id="10" name="Кадр 3">
            <a:extLst xmlns:a="http://schemas.openxmlformats.org/drawingml/2006/main">
              <a:ext uri="{FF2B5EF4-FFF2-40B4-BE49-F238E27FC236}">
                <a16:creationId xmlns:a16="http://schemas.microsoft.com/office/drawing/2014/main" id="{F4758190-AAE6-43DE-89EB-99B221D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Номер кадра 3">
            <a:extLst xmlns:a="http://schemas.openxmlformats.org/drawingml/2006/main">
              <a:ext uri="{FF2B5EF4-FFF2-40B4-BE49-F238E27FC236}">
                <a16:creationId xmlns:a16="http://schemas.microsoft.com/office/drawing/2014/main" id="{89CC0EE5-DA43-4341-B0D1-F1E1806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3</a:t>
            </a:r>
          </a:p>
        </p:txBody>
      </p:sp>
      <p:sp>
        <p:nvSpPr>
          <p:cNvPr id="12" name="Кадр 4">
            <a:extLst xmlns:a="http://schemas.openxmlformats.org/drawingml/2006/main">
              <a:ext uri="{FF2B5EF4-FFF2-40B4-BE49-F238E27FC236}">
                <a16:creationId xmlns:a16="http://schemas.microsoft.com/office/drawing/2014/main" id="{3686FDDF-DC81-49AB-9585-0FAC4961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Номер кадра 4">
            <a:extLst xmlns:a="http://schemas.openxmlformats.org/drawingml/2006/main">
              <a:ext uri="{FF2B5EF4-FFF2-40B4-BE49-F238E27FC236}">
                <a16:creationId xmlns:a16="http://schemas.microsoft.com/office/drawing/2014/main" id="{B43BF187-1CBB-4ADE-9776-E1222C34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4</a:t>
            </a:r>
          </a:p>
        </p:txBody>
      </p:sp>
      <p:sp>
        <p:nvSpPr>
          <p:cNvPr id="14" name="Кадр 5">
            <a:extLst xmlns:a="http://schemas.openxmlformats.org/drawingml/2006/main">
              <a:ext uri="{FF2B5EF4-FFF2-40B4-BE49-F238E27FC236}">
                <a16:creationId xmlns:a16="http://schemas.microsoft.com/office/drawing/2014/main" id="{6B859492-0EDD-4FB7-BE5B-B93F154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Номер кадра 5">
            <a:extLst xmlns:a="http://schemas.openxmlformats.org/drawingml/2006/main">
              <a:ext uri="{FF2B5EF4-FFF2-40B4-BE49-F238E27FC236}">
                <a16:creationId xmlns:a16="http://schemas.microsoft.com/office/drawing/2014/main" id="{DD6B32F0-35EB-4D69-AC20-FA85A86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  <p:sp>
        <p:nvSpPr>
          <p:cNvPr id="16" name="Кадр 6">
            <a:extLst xmlns:a="http://schemas.openxmlformats.org/drawingml/2006/main">
              <a:ext uri="{FF2B5EF4-FFF2-40B4-BE49-F238E27FC236}">
                <a16:creationId xmlns:a16="http://schemas.microsoft.com/office/drawing/2014/main" id="{96E9F1BD-8624-4C09-8EC1-FF6E8B47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Номер кадра 6">
            <a:extLst xmlns:a="http://schemas.openxmlformats.org/drawingml/2006/main">
              <a:ext uri="{FF2B5EF4-FFF2-40B4-BE49-F238E27FC236}">
                <a16:creationId xmlns:a16="http://schemas.microsoft.com/office/drawing/2014/main" id="{1101989A-5320-475D-82A6-6D5729D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  <p:sp>
        <p:nvSpPr>
          <p:cNvPr id="18" name="Кадр 7">
            <a:extLst xmlns:a="http://schemas.openxmlformats.org/drawingml/2006/main">
              <a:ext uri="{FF2B5EF4-FFF2-40B4-BE49-F238E27FC236}">
                <a16:creationId xmlns:a16="http://schemas.microsoft.com/office/drawing/2014/main" id="{DF6C1A33-4F97-4D45-AAFB-0D829C81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Номер кадра 7">
            <a:extLst xmlns:a="http://schemas.openxmlformats.org/drawingml/2006/main">
              <a:ext uri="{FF2B5EF4-FFF2-40B4-BE49-F238E27FC236}">
                <a16:creationId xmlns:a16="http://schemas.microsoft.com/office/drawing/2014/main" id="{977487A8-22B6-4126-8622-AADCB01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  <p:sp>
        <p:nvSpPr>
          <p:cNvPr id="20" name="Кадр 8">
            <a:extLst xmlns:a="http://schemas.openxmlformats.org/drawingml/2006/main">
              <a:ext uri="{FF2B5EF4-FFF2-40B4-BE49-F238E27FC236}">
                <a16:creationId xmlns:a16="http://schemas.microsoft.com/office/drawing/2014/main" id="{A6B9B3D7-AD1D-47F7-BC1B-9C12327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Номер кадра 8">
            <a:extLst xmlns:a="http://schemas.openxmlformats.org/drawingml/2006/main">
              <a:ext uri="{FF2B5EF4-FFF2-40B4-BE49-F238E27FC236}">
                <a16:creationId xmlns:a16="http://schemas.microsoft.com/office/drawing/2014/main" id="{A6863FDC-D463-4346-9744-B23B84E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8</a:t>
            </a:r>
          </a:p>
        </p:txBody>
      </p:sp>
      <p:sp>
        <p:nvSpPr>
          <p:cNvPr id="22" name="Кадр 9">
            <a:extLst xmlns:a="http://schemas.openxmlformats.org/drawingml/2006/main">
              <a:ext uri="{FF2B5EF4-FFF2-40B4-BE49-F238E27FC236}">
                <a16:creationId xmlns:a16="http://schemas.microsoft.com/office/drawing/2014/main" id="{950FF12F-CA84-4346-BF08-089CC6E8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Номер кадра 9">
            <a:extLst xmlns:a="http://schemas.openxmlformats.org/drawingml/2006/main">
              <a:ext uri="{FF2B5EF4-FFF2-40B4-BE49-F238E27FC236}">
                <a16:creationId xmlns:a16="http://schemas.microsoft.com/office/drawing/2014/main" id="{5E9FAB9C-AA02-45B6-A7D4-5E1416CF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4" name="Кадр 10">
            <a:extLst xmlns:a="http://schemas.openxmlformats.org/drawingml/2006/main">
              <a:ext uri="{FF2B5EF4-FFF2-40B4-BE49-F238E27FC236}">
                <a16:creationId xmlns:a16="http://schemas.microsoft.com/office/drawing/2014/main" id="{94C76D76-90C0-4CD4-8EDE-BC3EAEB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Номер кадра 10">
            <a:extLst xmlns:a="http://schemas.openxmlformats.org/drawingml/2006/main">
              <a:ext uri="{FF2B5EF4-FFF2-40B4-BE49-F238E27FC236}">
                <a16:creationId xmlns:a16="http://schemas.microsoft.com/office/drawing/2014/main" id="{E639ED9A-27A2-43E6-93D3-0DE2B2F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10</a:t>
            </a:r>
          </a:p>
        </p:txBody>
      </p:sp>
      <p:sp>
        <p:nvSpPr>
          <p:cNvPr id="26" name="Кадр 11">
            <a:extLst xmlns:a="http://schemas.openxmlformats.org/drawingml/2006/main">
              <a:ext uri="{FF2B5EF4-FFF2-40B4-BE49-F238E27FC236}">
                <a16:creationId xmlns:a16="http://schemas.microsoft.com/office/drawing/2014/main" id="{074ECDA9-EEB4-4F72-8A1E-605DF9C6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Номер кадра 11">
            <a:extLst xmlns:a="http://schemas.openxmlformats.org/drawingml/2006/main">
              <a:ext uri="{FF2B5EF4-FFF2-40B4-BE49-F238E27FC236}">
                <a16:creationId xmlns:a16="http://schemas.microsoft.com/office/drawing/2014/main" id="{125AE886-DF7F-4DFA-BA2B-8B3C16D6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11</a:t>
            </a:r>
          </a:p>
        </p:txBody>
      </p:sp>
      <p:sp>
        <p:nvSpPr>
          <p:cNvPr id="28" name="Найденные">
            <a:extLst xmlns:a="http://schemas.openxmlformats.org/drawingml/2006/main">
              <a:ext uri="{FF2B5EF4-FFF2-40B4-BE49-F238E27FC236}">
                <a16:creationId xmlns:a16="http://schemas.microsoft.com/office/drawing/2014/main" id="{8AF6C5E3-55EB-41D2-8885-2C3983C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 обнаружены</a:t>
            </a:r>
          </a:p>
        </p:txBody>
      </p:sp>
      <p:sp>
        <p:nvSpPr>
          <p:cNvPr id="29" name="Пропущенные">
            <a:extLst xmlns:a="http://schemas.openxmlformats.org/drawingml/2006/main">
              <a:ext uri="{FF2B5EF4-FFF2-40B4-BE49-F238E27FC236}">
                <a16:creationId xmlns:a16="http://schemas.microsoft.com/office/drawing/2014/main" id="{918AFCA8-D260-4F89-B780-0ED48BCA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5 пропущены</a:t>
            </a:r>
          </a:p>
        </p:txBody>
      </p:sp>
      <p:sp>
        <p:nvSpPr>
          <p:cNvPr id="30" name="Проверка без дефекта">
            <a:extLst xmlns:a="http://schemas.openxmlformats.org/drawingml/2006/main">
              <a:ext uri="{FF2B5EF4-FFF2-40B4-BE49-F238E27FC236}">
                <a16:creationId xmlns:a16="http://schemas.microsoft.com/office/drawing/2014/main" id="{EF99A910-B22D-4394-9B88-6B1B4B36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374332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1" name="Ложные тревоги">
            <a:extLst xmlns:a="http://schemas.openxmlformats.org/drawingml/2006/main">
              <a:ext uri="{FF2B5EF4-FFF2-40B4-BE49-F238E27FC236}">
                <a16:creationId xmlns:a16="http://schemas.microsoft.com/office/drawing/2014/main" id="{82AF2650-E4E9-4623-B44D-7641E6FA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Кадры без дефекта</a:t>
            </a:r>
          </a:p>
        </p:txBody>
      </p:sp>
      <p:sp>
        <p:nvSpPr>
          <p:cNvPr id="32" name="Ложные тревоги число">
            <a:extLst xmlns:a="http://schemas.openxmlformats.org/drawingml/2006/main">
              <a:ext uri="{FF2B5EF4-FFF2-40B4-BE49-F238E27FC236}">
                <a16:creationId xmlns:a16="http://schemas.microsoft.com/office/drawing/2014/main" id="{738CD4F3-E8B4-47A6-AA50-70389D0B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 из 128</a:t>
            </a:r>
          </a:p>
        </p:txBody>
      </p:sp>
      <p:sp>
        <p:nvSpPr>
          <p:cNvPr id="33" name="Ложные тревоги смысл">
            <a:extLst xmlns:a="http://schemas.openxmlformats.org/drawingml/2006/main">
              <a:ext uri="{FF2B5EF4-FFF2-40B4-BE49-F238E27FC236}">
                <a16:creationId xmlns:a16="http://schemas.microsoft.com/office/drawing/2014/main" id="{F7760D7B-9264-4DC7-BFB0-E97CA58F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3476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На этой выборке модель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выдала ложных тревог.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Нужны новые сессии проверки.</a:t>
            </a:r>
          </a:p>
        </p:txBody>
      </p:sp>
      <p:sp>
        <p:nvSpPr>
          <p:cNvPr id="34" name="Смысл оценки">
            <a:extLst xmlns:a="http://schemas.openxmlformats.org/drawingml/2006/main">
              <a:ext uri="{FF2B5EF4-FFF2-40B4-BE49-F238E27FC236}">
                <a16:creationId xmlns:a16="http://schemas.microsoft.com/office/drawing/2014/main" id="{4DA2DD9E-4A14-4BF9-B1C3-8CC0A9E3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9525"/>
            <a:ext cx="4229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5" name="Ограничение заголовок">
            <a:extLst xmlns:a="http://schemas.openxmlformats.org/drawingml/2006/main">
              <a:ext uri="{FF2B5EF4-FFF2-40B4-BE49-F238E27FC236}">
                <a16:creationId xmlns:a16="http://schemas.microsoft.com/office/drawing/2014/main" id="{B6EBCDEC-26EC-4912-A1E6-7901870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338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результат</a:t>
            </a:r>
          </a:p>
        </p:txBody>
      </p:sp>
      <p:sp>
        <p:nvSpPr>
          <p:cNvPr id="36" name="Ограничение текст">
            <a:extLst xmlns:a="http://schemas.openxmlformats.org/drawingml/2006/main">
              <a:ext uri="{FF2B5EF4-FFF2-40B4-BE49-F238E27FC236}">
                <a16:creationId xmlns:a16="http://schemas.microsoft.com/office/drawing/2014/main" id="{9960F548-D179-417C-B7EF-0CBA8575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39433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 относится к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с дефектом в этой выборке.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Оценка по 11 таким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даёт надёжного прогноза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для новых печатных заданий.</a:t>
            </a:r>
          </a:p>
        </p:txBody>
      </p:sp>
      <p:sp>
        <p:nvSpPr>
          <p:cNvPr id="37" name="Отличие общего теста">
            <a:extLst xmlns:a="http://schemas.openxmlformats.org/drawingml/2006/main">
              <a:ext uri="{FF2B5EF4-FFF2-40B4-BE49-F238E27FC236}">
                <a16:creationId xmlns:a16="http://schemas.microsoft.com/office/drawing/2014/main" id="{5C70E65E-1723-471C-BF21-1BE3D16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Высокие показатели на общем наборе не подтверждают такую же полноту на кадрах собственного принтера.</a:t>
            </a:r>
          </a:p>
        </p:txBody>
      </p:sp>
      <p:sp>
        <p:nvSpPr>
          <p:cNvPr id="3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9BF0F6A-70C8-4958-AF3D-74EBB7C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5722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8564121"/>
      </p:ext>
    </p:extLst>
  </p:cSld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1483</Words>
  <Application>Microsoft Office PowerPoint</Application>
  <DocSecurity>0</DocSecurity>
  <PresentationFormat>Экран (4:3)</PresentationFormat>
  <Paragraphs>153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Презентация PowerPoint</vt:lpstr>
      <vt:lpstr>Презентация PowerPoint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31</cp:revision>
  <dcterms:created xsi:type="dcterms:W3CDTF">2026-10-07T12:47:26Z</dcterms:created>
  <dcterms:modified xsi:type="dcterms:W3CDTF">2026-10-08T22:48:58Z</dcterms:modified>
</cp:coreProperties>
</file>