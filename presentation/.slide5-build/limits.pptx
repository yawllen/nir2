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af86a587d4372" /><Relationship Type="http://schemas.openxmlformats.org/officeDocument/2006/relationships/extended-properties" Target="/docProps/app.xml" Id="R3f4965aa23704060" /><Relationship Type="http://schemas.openxmlformats.org/officeDocument/2006/relationships/officeDocument" Target="/ppt/presentation.xml" Id="Rba4e52d8c434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b06a8c3aa4570"/>
  </p:sldMasterIdLst>
  <p:notesMasterIdLst>
    <p:notesMasterId xmlns:r="http://schemas.openxmlformats.org/officeDocument/2006/relationships" r:id="R7f7e1fda64664012"/>
  </p:notesMasterIdLst>
  <p:sldIdLst>
    <p:sldId xmlns:r="http://schemas.openxmlformats.org/officeDocument/2006/relationships" id="256" r:id="Rdf8297221e654752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d344a00aae4c73" /><Relationship Type="http://schemas.openxmlformats.org/officeDocument/2006/relationships/slideMaster" Target="/ppt/slideMasters/slideMaster1.xml" Id="R303b06a8c3aa4570" /><Relationship Type="http://schemas.openxmlformats.org/officeDocument/2006/relationships/notesMaster" Target="/ppt/notesMasters/notesMaster1.xml" Id="R7f7e1fda64664012" /><Relationship Type="http://schemas.openxmlformats.org/officeDocument/2006/relationships/presProps" Target="/ppt/presProps.xml" Id="Rb289ce1abb0e48d0" /><Relationship Type="http://schemas.openxmlformats.org/officeDocument/2006/relationships/tableStyles" Target="/ppt/tableStyles.xml" Id="Ra3754c40f6b0452e" /><Relationship Type="http://schemas.openxmlformats.org/officeDocument/2006/relationships/slide" Target="/ppt/slides/slide1.xml" Id="Rdf8297221e6547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2b3307d80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38c57330947c9" /><Relationship Type="http://schemas.openxmlformats.org/officeDocument/2006/relationships/notesMaster" Target="/ppt/notesMasters/notesMaster1.xml" Id="Re5ce9022b49d44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C:/Users/Yawllen/Documents/GitHub/Nir2/outputs/model_v12_report/metrics_v12.json; срез valid.printer_at_0_3: TP6 FN5 FP0 TN128, N139. Полнота = TP/(TP+FN) = 6/11 = 54,55 %. Это валидационная выборка выбора весов, не независимый тест. Один кадр меняет оценку полноты на 9,09 процентного пункта. Частота обнаружения по печатным заданиям не измерена. Причина различий с общим набором экспериментально не установлена.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af032a18f41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b34fdde38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628b9d4d140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a9405595f47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565117b5a46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1ce9b558c40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8F3C78-F6F4-4CA1-9EBF-561FA66C7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23B8C6-43CC-4A89-861C-88DF7DBCF6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E813E7-A6C8-44C9-945E-4D10983F4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8D2466-6D69-4704-84EA-4C93FDB77A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E965AC-0689-4737-B3C8-88834E7B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37AE66-694B-4067-8641-22625BB64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770058-DF12-475C-8834-869940D5B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69CD0E-5254-40FF-BBC8-5D5207B797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E27D71-4846-4D29-8697-C208B2B6E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AC4A6B-A9F6-41C5-9AC0-034E609C0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f990ac40834107" /><Relationship Type="http://schemas.openxmlformats.org/officeDocument/2006/relationships/slideLayout" Target="/ppt/slideLayouts/slideLayout1.xml" Id="R7ae7aae3475b4676" /><Relationship Type="http://schemas.openxmlformats.org/officeDocument/2006/relationships/slideLayout" Target="/ppt/slideLayouts/slideLayout2.xml" Id="R7f1b45e43a394d69" /><Relationship Type="http://schemas.openxmlformats.org/officeDocument/2006/relationships/slideLayout" Target="/ppt/slideLayouts/slideLayout3.xml" Id="R9dc85d42a10449b0" /><Relationship Type="http://schemas.openxmlformats.org/officeDocument/2006/relationships/slideLayout" Target="/ppt/slideLayouts/slideLayout4.xml" Id="R409e4bf087a54797" /><Relationship Type="http://schemas.openxmlformats.org/officeDocument/2006/relationships/slideLayout" Target="/ppt/slideLayouts/slideLayout5.xml" Id="R7174fece49864216" /><Relationship Type="http://schemas.openxmlformats.org/officeDocument/2006/relationships/slideLayout" Target="/ppt/slideLayouts/slideLayout6.xml" Id="R0b69661596d843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7aae3475b4676"/>
    <p:sldLayoutId xmlns:r="http://schemas.openxmlformats.org/officeDocument/2006/relationships" id="2147483650" r:id="R7f1b45e43a394d69"/>
    <p:sldLayoutId xmlns:r="http://schemas.openxmlformats.org/officeDocument/2006/relationships" id="2147483651" r:id="R9dc85d42a10449b0"/>
    <p:sldLayoutId xmlns:r="http://schemas.openxmlformats.org/officeDocument/2006/relationships" id="2147483652" r:id="R409e4bf087a54797"/>
    <p:sldLayoutId xmlns:r="http://schemas.openxmlformats.org/officeDocument/2006/relationships" id="2147483653" r:id="R7174fece49864216"/>
    <p:sldLayoutId xmlns:r="http://schemas.openxmlformats.org/officeDocument/2006/relationships" id="2147483654" r:id="R0b69661596d843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05d0b17524e2a" /><Relationship Type="http://schemas.openxmlformats.org/officeDocument/2006/relationships/notesSlide" Target="/ppt/notesSlides/notesSlide1.xml" Id="Rae41eb4078a146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AE57FE3-28A9-4A3C-ADA0-5379768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52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5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Ограничения обнаружения дефектов</a:t>
            </a:r>
          </a:p>
        </p:txBody>
      </p:sp>
      <p:sp>
        <p:nvSpPr>
          <p:cNvPr id="2" name="Выборка">
            <a:extLst xmlns:a="http://schemas.openxmlformats.org/drawingml/2006/main">
              <a:ext uri="{FF2B5EF4-FFF2-40B4-BE49-F238E27FC236}">
                <a16:creationId xmlns:a16="http://schemas.microsoft.com/office/drawing/2014/main" id="{97BF38C3-9E8B-46C9-BB52-559D101A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525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на кадрах собственного принтера, порог 0,3</a:t>
            </a:r>
          </a:p>
        </p:txBody>
      </p:sp>
      <p:sp>
        <p:nvSpPr>
          <p:cNvPr id="3" name="Полнота">
            <a:extLst xmlns:a="http://schemas.openxmlformats.org/drawingml/2006/main">
              <a:ext uri="{FF2B5EF4-FFF2-40B4-BE49-F238E27FC236}">
                <a16:creationId xmlns:a16="http://schemas.microsoft.com/office/drawing/2014/main" id="{88868959-9BE1-43CF-B541-ED11A141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</a:t>
            </a:r>
          </a:p>
        </p:txBody>
      </p:sp>
      <p:sp>
        <p:nvSpPr>
          <p:cNvPr id="4" name="Расшифровка">
            <a:extLst xmlns:a="http://schemas.openxmlformats.org/drawingml/2006/main">
              <a:ext uri="{FF2B5EF4-FFF2-40B4-BE49-F238E27FC236}">
                <a16:creationId xmlns:a16="http://schemas.microsoft.com/office/drawing/2014/main" id="{A65E0C9F-6206-4063-B37A-A0697C9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003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обнаружения: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модель нашла 6 из 11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кадров с дефектом</a:t>
            </a:r>
          </a:p>
        </p:txBody>
      </p:sp>
      <p:sp>
        <p:nvSpPr>
          <p:cNvPr id="5" name="Кадры">
            <a:extLst xmlns:a="http://schemas.openxmlformats.org/drawingml/2006/main">
              <a:ext uri="{FF2B5EF4-FFF2-40B4-BE49-F238E27FC236}">
                <a16:creationId xmlns:a16="http://schemas.microsoft.com/office/drawing/2014/main" id="{A1489911-4B87-44BC-89D1-5F6459D5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19250"/>
            <a:ext cx="5010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11 кадров с дефектом</a:t>
            </a:r>
          </a:p>
        </p:txBody>
      </p:sp>
      <p:sp>
        <p:nvSpPr>
          <p:cNvPr id="6" name="Кадр 1">
            <a:extLst xmlns:a="http://schemas.openxmlformats.org/drawingml/2006/main">
              <a:ext uri="{FF2B5EF4-FFF2-40B4-BE49-F238E27FC236}">
                <a16:creationId xmlns:a16="http://schemas.microsoft.com/office/drawing/2014/main" id="{5DDA8A0A-5017-4D40-A62A-09E6D7DC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Номер кадра 1">
            <a:extLst xmlns:a="http://schemas.openxmlformats.org/drawingml/2006/main">
              <a:ext uri="{FF2B5EF4-FFF2-40B4-BE49-F238E27FC236}">
                <a16:creationId xmlns:a16="http://schemas.microsoft.com/office/drawing/2014/main" id="{15AC0634-D8F1-4EC8-949F-ECB36E4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8" name="Кадр 2">
            <a:extLst xmlns:a="http://schemas.openxmlformats.org/drawingml/2006/main">
              <a:ext uri="{FF2B5EF4-FFF2-40B4-BE49-F238E27FC236}">
                <a16:creationId xmlns:a16="http://schemas.microsoft.com/office/drawing/2014/main" id="{FCFC0BE7-68FC-4405-AB9A-A78D676D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Номер кадра 2">
            <a:extLst xmlns:a="http://schemas.openxmlformats.org/drawingml/2006/main">
              <a:ext uri="{FF2B5EF4-FFF2-40B4-BE49-F238E27FC236}">
                <a16:creationId xmlns:a16="http://schemas.microsoft.com/office/drawing/2014/main" id="{48563E2A-D850-4F53-AF02-09DA226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</a:t>
            </a:r>
          </a:p>
        </p:txBody>
      </p:sp>
      <p:sp>
        <p:nvSpPr>
          <p:cNvPr id="10" name="Кадр 3">
            <a:extLst xmlns:a="http://schemas.openxmlformats.org/drawingml/2006/main">
              <a:ext uri="{FF2B5EF4-FFF2-40B4-BE49-F238E27FC236}">
                <a16:creationId xmlns:a16="http://schemas.microsoft.com/office/drawing/2014/main" id="{F4758190-AAE6-43DE-89EB-99B221D0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Номер кадра 3">
            <a:extLst xmlns:a="http://schemas.openxmlformats.org/drawingml/2006/main">
              <a:ext uri="{FF2B5EF4-FFF2-40B4-BE49-F238E27FC236}">
                <a16:creationId xmlns:a16="http://schemas.microsoft.com/office/drawing/2014/main" id="{89CC0EE5-DA43-4341-B0D1-F1E1806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3</a:t>
            </a:r>
          </a:p>
        </p:txBody>
      </p:sp>
      <p:sp>
        <p:nvSpPr>
          <p:cNvPr id="12" name="Кадр 4">
            <a:extLst xmlns:a="http://schemas.openxmlformats.org/drawingml/2006/main">
              <a:ext uri="{FF2B5EF4-FFF2-40B4-BE49-F238E27FC236}">
                <a16:creationId xmlns:a16="http://schemas.microsoft.com/office/drawing/2014/main" id="{3686FDDF-DC81-49AB-9585-0FAC4961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Номер кадра 4">
            <a:extLst xmlns:a="http://schemas.openxmlformats.org/drawingml/2006/main">
              <a:ext uri="{FF2B5EF4-FFF2-40B4-BE49-F238E27FC236}">
                <a16:creationId xmlns:a16="http://schemas.microsoft.com/office/drawing/2014/main" id="{B43BF187-1CBB-4ADE-9776-E1222C34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4</a:t>
            </a:r>
          </a:p>
        </p:txBody>
      </p:sp>
      <p:sp>
        <p:nvSpPr>
          <p:cNvPr id="14" name="Кадр 5">
            <a:extLst xmlns:a="http://schemas.openxmlformats.org/drawingml/2006/main">
              <a:ext uri="{FF2B5EF4-FFF2-40B4-BE49-F238E27FC236}">
                <a16:creationId xmlns:a16="http://schemas.microsoft.com/office/drawing/2014/main" id="{6B859492-0EDD-4FB7-BE5B-B93F1542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Номер кадра 5">
            <a:extLst xmlns:a="http://schemas.openxmlformats.org/drawingml/2006/main">
              <a:ext uri="{FF2B5EF4-FFF2-40B4-BE49-F238E27FC236}">
                <a16:creationId xmlns:a16="http://schemas.microsoft.com/office/drawing/2014/main" id="{DD6B32F0-35EB-4D69-AC20-FA85A86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  <p:sp>
        <p:nvSpPr>
          <p:cNvPr id="16" name="Кадр 6">
            <a:extLst xmlns:a="http://schemas.openxmlformats.org/drawingml/2006/main">
              <a:ext uri="{FF2B5EF4-FFF2-40B4-BE49-F238E27FC236}">
                <a16:creationId xmlns:a16="http://schemas.microsoft.com/office/drawing/2014/main" id="{96E9F1BD-8624-4C09-8EC1-FF6E8B47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Номер кадра 6">
            <a:extLst xmlns:a="http://schemas.openxmlformats.org/drawingml/2006/main">
              <a:ext uri="{FF2B5EF4-FFF2-40B4-BE49-F238E27FC236}">
                <a16:creationId xmlns:a16="http://schemas.microsoft.com/office/drawing/2014/main" id="{1101989A-5320-475D-82A6-6D5729D7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  <p:sp>
        <p:nvSpPr>
          <p:cNvPr id="18" name="Кадр 7">
            <a:extLst xmlns:a="http://schemas.openxmlformats.org/drawingml/2006/main">
              <a:ext uri="{FF2B5EF4-FFF2-40B4-BE49-F238E27FC236}">
                <a16:creationId xmlns:a16="http://schemas.microsoft.com/office/drawing/2014/main" id="{DF6C1A33-4F97-4D45-AAFB-0D829C81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Номер кадра 7">
            <a:extLst xmlns:a="http://schemas.openxmlformats.org/drawingml/2006/main">
              <a:ext uri="{FF2B5EF4-FFF2-40B4-BE49-F238E27FC236}">
                <a16:creationId xmlns:a16="http://schemas.microsoft.com/office/drawing/2014/main" id="{977487A8-22B6-4126-8622-AADCB01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  <p:sp>
        <p:nvSpPr>
          <p:cNvPr id="20" name="Кадр 8">
            <a:extLst xmlns:a="http://schemas.openxmlformats.org/drawingml/2006/main">
              <a:ext uri="{FF2B5EF4-FFF2-40B4-BE49-F238E27FC236}">
                <a16:creationId xmlns:a16="http://schemas.microsoft.com/office/drawing/2014/main" id="{A6B9B3D7-AD1D-47F7-BC1B-9C12327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Номер кадра 8">
            <a:extLst xmlns:a="http://schemas.openxmlformats.org/drawingml/2006/main">
              <a:ext uri="{FF2B5EF4-FFF2-40B4-BE49-F238E27FC236}">
                <a16:creationId xmlns:a16="http://schemas.microsoft.com/office/drawing/2014/main" id="{A6863FDC-D463-4346-9744-B23B84E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8</a:t>
            </a:r>
          </a:p>
        </p:txBody>
      </p:sp>
      <p:sp>
        <p:nvSpPr>
          <p:cNvPr id="22" name="Кадр 9">
            <a:extLst xmlns:a="http://schemas.openxmlformats.org/drawingml/2006/main">
              <a:ext uri="{FF2B5EF4-FFF2-40B4-BE49-F238E27FC236}">
                <a16:creationId xmlns:a16="http://schemas.microsoft.com/office/drawing/2014/main" id="{950FF12F-CA84-4346-BF08-089CC6E8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Номер кадра 9">
            <a:extLst xmlns:a="http://schemas.openxmlformats.org/drawingml/2006/main">
              <a:ext uri="{FF2B5EF4-FFF2-40B4-BE49-F238E27FC236}">
                <a16:creationId xmlns:a16="http://schemas.microsoft.com/office/drawing/2014/main" id="{5E9FAB9C-AA02-45B6-A7D4-5E1416CF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4" name="Кадр 10">
            <a:extLst xmlns:a="http://schemas.openxmlformats.org/drawingml/2006/main">
              <a:ext uri="{FF2B5EF4-FFF2-40B4-BE49-F238E27FC236}">
                <a16:creationId xmlns:a16="http://schemas.microsoft.com/office/drawing/2014/main" id="{94C76D76-90C0-4CD4-8EDE-BC3EAEB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Номер кадра 10">
            <a:extLst xmlns:a="http://schemas.openxmlformats.org/drawingml/2006/main">
              <a:ext uri="{FF2B5EF4-FFF2-40B4-BE49-F238E27FC236}">
                <a16:creationId xmlns:a16="http://schemas.microsoft.com/office/drawing/2014/main" id="{E639ED9A-27A2-43E6-93D3-0DE2B2F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10</a:t>
            </a:r>
          </a:p>
        </p:txBody>
      </p:sp>
      <p:sp>
        <p:nvSpPr>
          <p:cNvPr id="26" name="Кадр 11">
            <a:extLst xmlns:a="http://schemas.openxmlformats.org/drawingml/2006/main">
              <a:ext uri="{FF2B5EF4-FFF2-40B4-BE49-F238E27FC236}">
                <a16:creationId xmlns:a16="http://schemas.microsoft.com/office/drawing/2014/main" id="{074ECDA9-EEB4-4F72-8A1E-605DF9C6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81225"/>
            <a:ext cx="39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Номер кадра 11">
            <a:extLst xmlns:a="http://schemas.openxmlformats.org/drawingml/2006/main">
              <a:ext uri="{FF2B5EF4-FFF2-40B4-BE49-F238E27FC236}">
                <a16:creationId xmlns:a16="http://schemas.microsoft.com/office/drawing/2014/main" id="{125AE886-DF7F-4DFA-BA2B-8B3C16D6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390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11</a:t>
            </a:r>
          </a:p>
        </p:txBody>
      </p:sp>
      <p:sp>
        <p:nvSpPr>
          <p:cNvPr id="28" name="Найденные">
            <a:extLst xmlns:a="http://schemas.openxmlformats.org/drawingml/2006/main">
              <a:ext uri="{FF2B5EF4-FFF2-40B4-BE49-F238E27FC236}">
                <a16:creationId xmlns:a16="http://schemas.microsoft.com/office/drawing/2014/main" id="{8AF6C5E3-55EB-41D2-8885-2C3983C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6 обнаружены</a:t>
            </a:r>
          </a:p>
        </p:txBody>
      </p:sp>
      <p:sp>
        <p:nvSpPr>
          <p:cNvPr id="29" name="Пропущенные">
            <a:extLst xmlns:a="http://schemas.openxmlformats.org/drawingml/2006/main">
              <a:ext uri="{FF2B5EF4-FFF2-40B4-BE49-F238E27FC236}">
                <a16:creationId xmlns:a16="http://schemas.microsoft.com/office/drawing/2014/main" id="{918AFCA8-D260-4F89-B780-0ED48BCA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5 пропущены</a:t>
            </a:r>
          </a:p>
        </p:txBody>
      </p:sp>
      <p:sp>
        <p:nvSpPr>
          <p:cNvPr id="30" name="Проверка без дефекта">
            <a:extLst xmlns:a="http://schemas.openxmlformats.org/drawingml/2006/main">
              <a:ext uri="{FF2B5EF4-FFF2-40B4-BE49-F238E27FC236}">
                <a16:creationId xmlns:a16="http://schemas.microsoft.com/office/drawing/2014/main" id="{EF99A910-B22D-4394-9B88-6B1B4B36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374332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1" name="Ложные тревоги">
            <a:extLst xmlns:a="http://schemas.openxmlformats.org/drawingml/2006/main">
              <a:ext uri="{FF2B5EF4-FFF2-40B4-BE49-F238E27FC236}">
                <a16:creationId xmlns:a16="http://schemas.microsoft.com/office/drawing/2014/main" id="{82AF2650-E4E9-4623-B44D-7641E6FA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338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Кадры без дефекта</a:t>
            </a:r>
          </a:p>
        </p:txBody>
      </p:sp>
      <p:sp>
        <p:nvSpPr>
          <p:cNvPr id="32" name="Ложные тревоги число">
            <a:extLst xmlns:a="http://schemas.openxmlformats.org/drawingml/2006/main">
              <a:ext uri="{FF2B5EF4-FFF2-40B4-BE49-F238E27FC236}">
                <a16:creationId xmlns:a16="http://schemas.microsoft.com/office/drawing/2014/main" id="{738CD4F3-E8B4-47A6-AA50-70389D0B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 из 128</a:t>
            </a:r>
          </a:p>
        </p:txBody>
      </p:sp>
      <p:sp>
        <p:nvSpPr>
          <p:cNvPr id="33" name="Ложные тревоги смысл">
            <a:extLst xmlns:a="http://schemas.openxmlformats.org/drawingml/2006/main">
              <a:ext uri="{FF2B5EF4-FFF2-40B4-BE49-F238E27FC236}">
                <a16:creationId xmlns:a16="http://schemas.microsoft.com/office/drawing/2014/main" id="{F7760D7B-9264-4DC7-BFB0-E97CA58F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3476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На этой выборке модель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выдала ложных тревог.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Нужны новые сессии проверки.</a:t>
            </a:r>
          </a:p>
        </p:txBody>
      </p:sp>
      <p:sp>
        <p:nvSpPr>
          <p:cNvPr id="34" name="Смысл оценки">
            <a:extLst xmlns:a="http://schemas.openxmlformats.org/drawingml/2006/main">
              <a:ext uri="{FF2B5EF4-FFF2-40B4-BE49-F238E27FC236}">
                <a16:creationId xmlns:a16="http://schemas.microsoft.com/office/drawing/2014/main" id="{4DA2DD9E-4A14-4BF9-B1C3-8CC0A9E3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9525"/>
            <a:ext cx="42291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dash"/>
          </a:ln>
        </p:spPr>
      </p:sp>
      <p:sp>
        <p:nvSpPr>
          <p:cNvPr id="35" name="Ограничение заголовок">
            <a:extLst xmlns:a="http://schemas.openxmlformats.org/drawingml/2006/main">
              <a:ext uri="{FF2B5EF4-FFF2-40B4-BE49-F238E27FC236}">
                <a16:creationId xmlns:a16="http://schemas.microsoft.com/office/drawing/2014/main" id="{B6EBCDEC-26EC-4912-A1E6-7901870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338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результат</a:t>
            </a:r>
          </a:p>
        </p:txBody>
      </p:sp>
      <p:sp>
        <p:nvSpPr>
          <p:cNvPr id="36" name="Ограничение текст">
            <a:extLst xmlns:a="http://schemas.openxmlformats.org/drawingml/2006/main">
              <a:ext uri="{FF2B5EF4-FFF2-40B4-BE49-F238E27FC236}">
                <a16:creationId xmlns:a16="http://schemas.microsoft.com/office/drawing/2014/main" id="{9960F548-D179-417C-B7EF-0CBA8575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91025"/>
            <a:ext cx="39433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54,55 % относится к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с дефектом в этой выборке.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Оценка по 11 таким кадрам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не даёт надёжного прогноза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для новых печатных заданий.</a:t>
            </a:r>
          </a:p>
        </p:txBody>
      </p:sp>
      <p:sp>
        <p:nvSpPr>
          <p:cNvPr id="37" name="Отличие общего теста">
            <a:extLst xmlns:a="http://schemas.openxmlformats.org/drawingml/2006/main">
              <a:ext uri="{FF2B5EF4-FFF2-40B4-BE49-F238E27FC236}">
                <a16:creationId xmlns:a16="http://schemas.microsoft.com/office/drawing/2014/main" id="{5C70E65E-1723-471C-BF21-1BE3D16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Высокие показатели на общем наборе не подтверждают такую же полноту на кадрах собственного принтера.</a:t>
            </a:r>
          </a:p>
        </p:txBody>
      </p:sp>
      <p:sp>
        <p:nvSpPr>
          <p:cNvPr id="3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9BF0F6A-70C8-4958-AF3D-74EBB7C7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57225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8564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2026-10-08T23:03:28.8220000Z</dcterms:created>
  <dcterms:modified xsi:type="dcterms:W3CDTF">2026-10-08T23:03:28.8220000Z</dcterms:modified>
</coreProperties>
</file>