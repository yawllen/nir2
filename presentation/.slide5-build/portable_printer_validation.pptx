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Override PartName="/ppt/slide5_result/ppt/slides/charts/chart3.xml" ContentType="application/vnd.openxmlformats-officedocument.drawingml.chart+xml"/>
  <Override PartName="/ppt/slide5_result/ppt/slides/charts/chart4.xml" ContentType="application/vnd.openxmlformats-officedocument.drawingml.chart+xml"/>
  <Override PartName="/ppt/slide5_result/ppt/notesSlides/notesSlide2.xml" ContentType="application/vnd.openxmlformats-officedocument.presentationml.notesSlide+xml"/>
  <Override PartName="/ppt/slides/slide11.xml" ContentType="application/vnd.openxmlformats-officedocument.presentationml.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6" r:id="rIdChoiceSlide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theme" Target="theme/theme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viewProps" Target="viewProps.xml" /><ns0:Relationship Id="rIdChoiceSlide" Type="http://schemas.openxmlformats.org/officeDocument/2006/relationships/slide" Target="slides/slide1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8c54223ff3e540aa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d5793e17ebca48c1" /><ns0:Relationship Type="http://schemas.openxmlformats.org/officeDocument/2006/relationships/notesMaster" Target="../notesMasters/notesMaster1.xml" Id="R82779d68e26e4105" /></ns0:Relationships>
</file>

<file path=ppt/slide5_result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1.xml" Id="R42ffadddbdb54bb3" /><ns0:Relationship Type="http://schemas.openxmlformats.org/officeDocument/2006/relationships/notesMaster" Target="../notesMasters/notesMaster1.xml" Id="R23e34e75073f49d5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_rels/chart3.xml.rels><Relationships xmlns="http://schemas.openxmlformats.org/package/2006/relationships"><Relationship Id="rIdChartSnapshot1" Type="http://schemas.openxmlformats.org/officeDocument/2006/relationships/package" Target="../../../../embeddings/chart-data-snapshot-003.xlsx"/></Relationships>
</file>

<file path=ppt/slide5_result/ppt/slides/charts/_rels/chart4.xml.rels><Relationships xmlns="http://schemas.openxmlformats.org/package/2006/relationships"><Relationship Id="rIdChartSnapshot1" Type="http://schemas.openxmlformats.org/officeDocument/2006/relationships/package" Target="../../../../embeddings/chart-data-snapshot-004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Средняя точность,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Полнота, %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467B2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xmlns:a="http://schemas.openxmlformats.org/drawingml/2006/main"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A52B37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A52B3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v>Допустимый предел 1 %</c:v>
          </c:tx>
          <c:spPr>
            <a:ln xmlns:a="http://schemas.openxmlformats.org/drawingml/2006/main"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3.xml" Id="rIdResult2" /><ns0:Relationship Type="http://schemas.openxmlformats.org/officeDocument/2006/relationships/chart" Target="../slide5_result/ppt/slides/charts/chart4.xml" Id="rIdResult3" /><ns0:Relationship Type="http://schemas.openxmlformats.org/officeDocument/2006/relationships/notesSlide" Target="../slide5_result/ppt/notesSlides/notesSlide2.xml" Id="rIdResult4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ns2:creationId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ns2:creationId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ns2:creationId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ns2:creationId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ns2:creationId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61" name="Заголовок выбора">
            <a:extLst>
              <a:ext uri="{FF2B5EF4-FFF2-40B4-BE49-F238E27FC236}">
                <ns2:creationId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ns2:creationId id="{86D5EC6A-99D8-415B-ADB7-FD4A45A2DA4D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ns2:creationId id="{968AB077-8918-40E3-9726-F4D390F9A0B7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ns2:creationId id="{ABB0AA5C-48E6-4992-8067-A3709AAC884A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ns2:creationId id="{1AED36EF-C74A-418C-ADA2-7515E9050124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2884465A-7273-4A5E-9189-55A78A4AC6CC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7" name="Chart">
            <a:extLst>
              <a:ext uri="{FF2B5EF4-FFF2-40B4-BE49-F238E27FC236}">
                <ns2:creationId id="{EEF613BF-9326-4B67-A49B-747AD817116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8" name="Предел">
            <a:extLst>
              <a:ext uri="{FF2B5EF4-FFF2-40B4-BE49-F238E27FC236}">
                <ns2:creationId id="{7D6D7FD3-4519-4CE3-B474-E2653ED7EBC4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ns2:creationId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ns2:creationId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ns2:creationId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ns2:creationId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ns2:creationId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ns2:creationId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ns2:creationId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ns2:creationId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>
              <a:ext uri="{FF2B5EF4-FFF2-40B4-BE49-F238E27FC236}">
                <ns2:creationId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ns2:creationId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ns2:creationId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ns2:creationId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ns2:creationId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ns2:creationId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ns2:creationId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ns2:creationId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ns2:creationId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ns2:creationId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ns2:creationId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ns2:creationId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ns2:creationId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ns2:creationId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ns2:creationId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ns2:creationId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ns2:creationId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ns2:creationId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ns2:creationId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ns2:creationId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ns2:creationId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ns2:creationId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ns2:creationId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ns2:creationId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ns2:creationId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ns2:creationId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ns2:creationId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ns2:creationId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ns2:creationId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ns2:creationId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ns2:creationId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ns2:creationId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ns2:creationId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ns2:creationId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ns2:creationId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ns2:creationId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ns2:creationId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ns2:creationId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ns2:creationId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ns2:creationId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ns2:creationId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ns2:creationId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ns2:creationId id="{BE42FAD7-17EC-4CE6-8C09-08FD19D08FC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>
              <a:ext uri="{FF2B5EF4-FFF2-40B4-BE49-F238E27FC236}">
                <ns2:creationId id="{B83CAFFE-64ED-4649-97F2-C30AE88542D8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