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6" r:id="rId4"/>
    <p:sldId id="275" r:id="rId5"/>
    <p:sldId id="273" r:id="rId6"/>
    <p:sldId id="270" r:id="rId7"/>
    <p:sldId id="271" r:id="rId8"/>
    <p:sldId id="272" r:id="rId9"/>
    <p:sldId id="274" r:id="rId10"/>
    <p:sldId id="266" r:id="rId11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0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98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Валидационная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Результат обучения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771553" y="724829"/>
            <a:ext cx="4197892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16 014 кадров 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4 574 кадра со «спагетти» и 11 440 кадров без видимых признаков этого дефекта. Выборки делились по соотношению 60/20/20.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7537" y="3466535"/>
            <a:ext cx="3869672" cy="286232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каждой эпохи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использовались все 2 746 кадров со «спагетти» и столько же случайно выбранных кадров без дефекта. Всего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5 492 изображения за эпоху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Валидационная и тестовая выборки содержат только исходные изображения без аугментаций.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155F7BCE-57B1-4886-841D-DAD17BC5CA7C}"/>
              </a:ext>
            </a:extLst>
          </p:cNvPr>
          <p:cNvSpPr>
            <a:spLocks noGrp="1"/>
          </p:cNvSpPr>
          <p:nvPr/>
        </p:nvSpPr>
        <p:spPr>
          <a:xfrm>
            <a:off x="4703875" y="5554051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4,5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6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7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875407"/>
            <a:ext cx="2917990" cy="535531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Единичное обнаружение дефекта не приводит к отмене задания. 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8AF7D2B0-5020-6F43-9662-A5B7C34B40EB}"/>
              </a:ext>
            </a:extLst>
          </p:cNvPr>
          <p:cNvSpPr>
            <a:spLocks noGrp="1"/>
          </p:cNvSpPr>
          <p:nvPr/>
        </p:nvSpPr>
        <p:spPr>
          <a:xfrm>
            <a:off x="339471" y="565159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Robin Nano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Raspberry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1114</Words>
  <Application>Microsoft Office PowerPoint</Application>
  <DocSecurity>0</DocSecurity>
  <PresentationFormat>Экран (4:3)</PresentationFormat>
  <Paragraphs>88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Результат обучения нейросети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29</cp:revision>
  <dcterms:created xsi:type="dcterms:W3CDTF">2026-10-07T12:47:26Z</dcterms:created>
  <dcterms:modified xsi:type="dcterms:W3CDTF">2026-10-08T14:56:11Z</dcterms:modified>
</cp:coreProperties>
</file>