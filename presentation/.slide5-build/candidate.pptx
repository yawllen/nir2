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Override PartName="/ppt/slide5_result/ppt/slides/charts/chart3.xml" ContentType="application/vnd.openxmlformats-officedocument.drawingml.chart+xml"/>
  <Override PartName="/ppt/slide5_result/ppt/slides/charts/chart4.xml" ContentType="application/vnd.openxmlformats-officedocument.drawingml.chart+xml"/>
  <Override PartName="/ppt/slide5_result/ppt/notesSlides/notesSlide2.xml" ContentType="application/vnd.openxmlformats-officedocument.presentationml.notes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6" r:id="rIdChoiceSlide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theme" Target="theme/theme1.xml" /><ns0:Relationship Id="rId10" Type="http://schemas.openxmlformats.org/officeDocument/2006/relationships/slide" Target="slides/slide9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viewProps" Target="viewProps.xml" /><ns0:Relationship Id="rIdChoiceSlide" Type="http://schemas.openxmlformats.org/officeDocument/2006/relationships/slide" Target="slides/slide1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8c54223ff3e540aa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d5793e17ebca48c1" /><ns0:Relationship Type="http://schemas.openxmlformats.org/officeDocument/2006/relationships/notesMaster" Target="../notesMasters/notesMaster1.xml" Id="R82779d68e26e4105" /></ns0:Relationships>
</file>

<file path=ppt/slide5_result/ppt/notesSlides/_rels/notesSlide2.xml.rels><?xml version='1.0' encoding='utf-8'?>
<ns0:Relationships xmlns:ns0="http://schemas.openxmlformats.org/package/2006/relationships"><ns0:Relationship Type="http://schemas.openxmlformats.org/officeDocument/2006/relationships/slide" Target="../../../slides/slide11.xml" Id="R42ffadddbdb54bb3" /><ns0:Relationship Type="http://schemas.openxmlformats.org/officeDocument/2006/relationships/notesMaster" Target="../notesMasters/notesMaster1.xml" Id="R23e34e75073f49d5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C:/Users/Yawllen/Documents/GitHub/printer-defect-server/models/spaghetti_presence_v12/history.json; C:/Users/Yawllen/Documents/GitHub/printer-defect-server/models/spaghetti_presence_v12/training_config.json. Правило выбора: максимальная полнота при false_alarm_rate &lt;= 0.01 на валидации принтера и пороге 0.3. При равной полноте предпочтение отдаётся меньшей доле ложных тревог, затем большей AP принтера, затем общей AP. Эпохи 11,17,18,19,20 имеют полноту 6/11 и FP=0; AP принтера: 88.47,90.26,92.31,94.63,92.45 %. Тест не использован для выбора весов. Общие графики на слайде 5 описывают другой срез качества. Оценка по 11 положительным и 128 отрицательным кадрам предварительная.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0.000</c:formatCode>
              <c:ptCount val="20"/>
              <c:pt idx="0">
                <c:v>0.005552</c:v>
              </c:pt>
              <c:pt idx="1">
                <c:v>0.00241</c:v>
              </c:pt>
              <c:pt idx="2">
                <c:v>0.009237</c:v>
              </c:pt>
              <c:pt idx="3">
                <c:v>0.00326</c:v>
              </c:pt>
              <c:pt idx="4">
                <c:v>0.002323</c:v>
              </c:pt>
              <c:pt idx="5">
                <c:v>0.001774</c:v>
              </c:pt>
              <c:pt idx="6">
                <c:v>0.001328</c:v>
              </c:pt>
              <c:pt idx="7">
                <c:v>0.000871</c:v>
              </c:pt>
              <c:pt idx="8">
                <c:v>0.001206</c:v>
              </c:pt>
              <c:pt idx="9">
                <c:v>0.004558</c:v>
              </c:pt>
              <c:pt idx="10">
                <c:v>0.001092</c:v>
              </c:pt>
              <c:pt idx="11">
                <c:v>0.003142</c:v>
              </c:pt>
              <c:pt idx="12">
                <c:v>0.001619</c:v>
              </c:pt>
              <c:pt idx="13">
                <c:v>0.001099</c:v>
              </c:pt>
              <c:pt idx="14">
                <c:v>0.000973</c:v>
              </c:pt>
              <c:pt idx="15">
                <c:v>0.000976</c:v>
              </c:pt>
              <c:pt idx="16">
                <c:v>0.001178</c:v>
              </c:pt>
              <c:pt idx="17">
                <c:v>0.001012</c:v>
              </c:pt>
              <c:pt idx="18">
                <c:v>0.002217</c:v>
              </c:pt>
              <c:pt idx="19">
                <c:v>0.002233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5_result/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Средняя точность,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75" b="1">
                        <a:solidFill>
                          <a:srgbClr val="7C4BB1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 b="1">
                      <a:solidFill>
                        <a:srgbClr val="7C4BB1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0.0" %"</c:formatCode>
              <c:ptCount val="20"/>
              <c:pt idx="0">
                <c:v>98.972764</c:v>
              </c:pt>
              <c:pt idx="1">
                <c:v>98.861859</c:v>
              </c:pt>
              <c:pt idx="2">
                <c:v>99.57373</c:v>
              </c:pt>
              <c:pt idx="3">
                <c:v>99.689363</c:v>
              </c:pt>
              <c:pt idx="4">
                <c:v>99.276485</c:v>
              </c:pt>
              <c:pt idx="5">
                <c:v>99.174207</c:v>
              </c:pt>
              <c:pt idx="6">
                <c:v>99.55193</c:v>
              </c:pt>
              <c:pt idx="7">
                <c:v>99.323224</c:v>
              </c:pt>
              <c:pt idx="8">
                <c:v>99.462997</c:v>
              </c:pt>
              <c:pt idx="9">
                <c:v>99.10293</c:v>
              </c:pt>
              <c:pt idx="10">
                <c:v>99.325666</c:v>
              </c:pt>
              <c:pt idx="11">
                <c:v>99.34298</c:v>
              </c:pt>
              <c:pt idx="12">
                <c:v>99.213706</c:v>
              </c:pt>
              <c:pt idx="13">
                <c:v>99.211031</c:v>
              </c:pt>
              <c:pt idx="14">
                <c:v>99.315382</c:v>
              </c:pt>
              <c:pt idx="15">
                <c:v>99.234098</c:v>
              </c:pt>
              <c:pt idx="16">
                <c:v>99.280321</c:v>
              </c:pt>
              <c:pt idx="17">
                <c:v>99.311447</c:v>
              </c:pt>
              <c:pt idx="18">
                <c:v>99.245392</c:v>
              </c:pt>
              <c:pt idx="19">
                <c:v>99.336899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5_result/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Полнота, %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467B2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67B2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67B2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0</c:v>
              </c:pt>
              <c:pt idx="1">
                <c:v>27.272727</c:v>
              </c:pt>
              <c:pt idx="2">
                <c:v>45.454545</c:v>
              </c:pt>
              <c:pt idx="3">
                <c:v>36.363636</c:v>
              </c:pt>
              <c:pt idx="4">
                <c:v>27.272727</c:v>
              </c:pt>
              <c:pt idx="5">
                <c:v>27.272727</c:v>
              </c:pt>
              <c:pt idx="6">
                <c:v>45.454545</c:v>
              </c:pt>
              <c:pt idx="7">
                <c:v>45.454545</c:v>
              </c:pt>
              <c:pt idx="8">
                <c:v>72.727273</c:v>
              </c:pt>
              <c:pt idx="9">
                <c:v>45.454545</c:v>
              </c:pt>
              <c:pt idx="10">
                <c:v>54.545455</c:v>
              </c:pt>
              <c:pt idx="11">
                <c:v>45.454545</c:v>
              </c:pt>
              <c:pt idx="12">
                <c:v>27.272727</c:v>
              </c:pt>
              <c:pt idx="13">
                <c:v>36.363636</c:v>
              </c:pt>
              <c:pt idx="14">
                <c:v>45.454545</c:v>
              </c:pt>
              <c:pt idx="15">
                <c:v>45.454545</c:v>
              </c:pt>
              <c:pt idx="16">
                <c:v>54.545455</c:v>
              </c:pt>
              <c:pt idx="17">
                <c:v>54.545455</c:v>
              </c:pt>
              <c:pt idx="18">
                <c:v>54.545455</c:v>
              </c:pt>
              <c:pt idx="19">
                <c:v>54.545455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5_result/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Ложные тревоги, %</c:v>
          </c:tx>
          <c:spPr>
            <a:ln xmlns:a="http://schemas.openxmlformats.org/drawingml/2006/main" w="22860">
              <a:solidFill>
                <a:srgbClr val="A52B37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A52B37"/>
              </a:solidFill>
            </c:spPr>
          </c:marker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A52B37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19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A52B37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showVal val="1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Times New Roman"/>
                    <a:ea typeface="Times New Roman"/>
                    <a:cs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7.03125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</c:numLit>
          </c:val>
          <c:smooth val="0"/>
        </c:ser>
        <c:ser>
          <c:idx val="1"/>
          <c:order val="1"/>
          <c:tx>
            <c:v>Допустимый предел 1 %</c:v>
          </c:tx>
          <c:spPr>
            <a:ln xmlns:a="http://schemas.openxmlformats.org/drawingml/2006/main" w="16193">
              <a:solidFill>
                <a:srgbClr val="D48923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</c:numLit>
          </c:cat>
          <c:val>
            <c:numLit>
              <c:formatCode>0" %"</c:formatCode>
              <c:ptCount val="20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3.xml" Id="rIdResult2" /><ns0:Relationship Type="http://schemas.openxmlformats.org/officeDocument/2006/relationships/chart" Target="../slide5_result/ppt/slides/charts/chart4.xml" Id="rIdResult3" /><ns0:Relationship Type="http://schemas.openxmlformats.org/officeDocument/2006/relationships/notesSlide" Target="../slide5_result/ppt/notesSlides/notesSlide2.xml" Id="rIdResult4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6" name="Заголовок">
            <a:extLst>
              <a:ext uri="{FF2B5EF4-FFF2-40B4-BE49-F238E27FC236}">
                <ns2:creationId id="{ACC627F3-8399-4AA3-8201-0E3F6CF7F6E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91D7E26E-575E-4F65-9320-698663D9E238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92F8E47D-17EC-435F-864C-AF2AE3FBB56D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5416C60F-AB08-4D6F-ABC0-16AF5CC12BF1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55617F87-B9B6-4A75-B273-B905085F1A9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39E2094E-71E6-4E7F-B663-0EF4FCDDCF04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FCA0F91C-50A8-46A0-841E-FB90A9D30D5F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3C360B39-D1B6-4A83-B331-0C8DBEF12602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C9D77181-C197-4033-BBC0-BE676D372C2B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D3BD75B8-BD97-480A-BC26-9CA4F42E73A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C8733A88-3474-40EB-BC02-8D6EEA7D66E2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86D4A609-562B-4D79-B555-16DC19A3111F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0C239167-7153-4BB7-8999-5E952885B44F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ABDF62F0-52C1-43D0-9477-091191FEA514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43C7FBDD-67D3-4C54-9323-2CA3754E6BA9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6F0502F0-58CD-4377-BE55-71635BBB5CFA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9A1BADF3-025C-4B74-A9D3-3DD99C16CAD5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3DE164EB-6C30-4D3F-A681-35C8884BD99F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22992C81-6D46-434C-B0A3-DAFF5C251F50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EF24A817-B215-474F-A3D8-FF75C4397F18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395D39FE-03CF-4056-956B-8EB4407BCA0C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73D65972-A679-439E-8802-EEFE6EAEBE50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23B64567-5132-4E63-8D6A-7A50B66EB748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463DD5A4-4746-4557-B1BE-BA2EF3BB75AA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5EEE147D-C68E-45C5-A789-13B6ECFA1B38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2ABDCA34-7708-4EFB-9DB6-0282CFE8F8DA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36DB5CFA-27E8-4EE9-8520-E1FAC8AFFE15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000000"/>
            </a:solidFill>
            <a:prstDash val="dash"/>
          </a:ln>
        </p:spPr>
      </p:sp>
      <p:sp>
        <p:nvSpPr>
          <p:cNvPr id="28" name="Метрика Точность">
            <a:extLst>
              <a:ext uri="{FF2B5EF4-FFF2-40B4-BE49-F238E27FC236}">
                <ns2:creationId id="{26FDC1A2-178D-4D98-90FC-E7163E42A0B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Точность 98,71 %</a:t>
            </a:r>
            <a:r>
              <a:t> — верные срабатывания</a:t>
            </a:r>
          </a:p>
        </p:txBody>
      </p:sp>
      <p:sp>
        <p:nvSpPr>
          <p:cNvPr id="29" name="Метрика Полнота">
            <a:extLst>
              <a:ext uri="{FF2B5EF4-FFF2-40B4-BE49-F238E27FC236}">
                <ns2:creationId id="{4CA52852-A2C8-49D2-84B4-CF0FB350B92C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Полнота 99,89 %</a:t>
            </a:r>
            <a:r>
              <a:t> — найденные дефекты</a:t>
            </a:r>
          </a:p>
        </p:txBody>
      </p:sp>
      <p:sp>
        <p:nvSpPr>
          <p:cNvPr id="30" name="Метрика Мера F1">
            <a:extLst>
              <a:ext uri="{FF2B5EF4-FFF2-40B4-BE49-F238E27FC236}">
                <ns2:creationId id="{04C94095-3D73-4A64-BD4D-09B5D8895873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Мера F1 99,30 %</a:t>
            </a:r>
            <a:r>
              <a:t> — баланс точности и полноты</a:t>
            </a:r>
          </a:p>
        </p:txBody>
      </p:sp>
      <p:sp>
        <p:nvSpPr>
          <p:cNvPr id="31" name="Метрика Верные ответы">
            <a:extLst>
              <a:ext uri="{FF2B5EF4-FFF2-40B4-BE49-F238E27FC236}">
                <ns2:creationId id="{4A380A0F-53B4-448D-A4F2-EB3E8D1C4469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Верные ответы 99,61 %</a:t>
            </a:r>
            <a:r>
              <a:t> — по обоим классам</a:t>
            </a:r>
          </a:p>
        </p:txBody>
      </p:sp>
      <p:sp>
        <p:nvSpPr>
          <p:cNvPr id="32" name="Метрика Средняя точность">
            <a:extLst>
              <a:ext uri="{FF2B5EF4-FFF2-40B4-BE49-F238E27FC236}">
                <ns2:creationId id="{B8181717-0F00-4305-A5FA-A8A494EA81AD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Средняя точность 99,72 %</a:t>
            </a:r>
            <a:r>
              <a:t> —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ns2:creationId id="{9531F666-EDA0-49C4-A7B2-939E026759F9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ns2:creationId id="{3A0111E8-A102-45FD-8C56-82D6964C5D10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Дообучались ранее полученные веса: средняя точность после первой эпохи — 98,97 %. На тесте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ns2:creationId id="{116D7FF0-53F5-4134-BD55-9CDE1DAB906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11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61" name="Заголовок выбора">
            <a:extLst>
              <a:ext uri="{FF2B5EF4-FFF2-40B4-BE49-F238E27FC236}">
                <ns2:creationId id="{09540E61-7982-44DB-BD21-14200E57786D}"/>
              </a:ext>
            </a:extLst>
          </p:cNvPr>
          <p:cNvSpPr>
            <a:spLocks noGrp="1"/>
          </p:cNvSpPr>
          <p:nvPr/>
        </p:nvSpPr>
        <p:spPr>
          <a:xfrm>
            <a:off x="428625" y="47625"/>
            <a:ext cx="828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37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Почему выбраны веса 19-й эпохи</a:t>
            </a:r>
          </a:p>
        </p:txBody>
      </p:sp>
      <p:sp>
        <p:nvSpPr>
          <p:cNvPr id="2" name="Правило выбора">
            <a:extLst>
              <a:ext uri="{FF2B5EF4-FFF2-40B4-BE49-F238E27FC236}">
                <ns2:creationId id="{86D5EC6A-99D8-415B-ADB7-FD4A45A2DA4D}"/>
              </a:ext>
            </a:extLst>
          </p:cNvPr>
          <p:cNvSpPr>
            <a:spLocks noGrp="1"/>
          </p:cNvSpPr>
          <p:nvPr/>
        </p:nvSpPr>
        <p:spPr>
          <a:xfrm>
            <a:off x="419100" y="838200"/>
            <a:ext cx="8324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5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Максимум полноты при доле ложных тревог не выше 1 %</a:t>
            </a:r>
          </a:p>
        </p:txBody>
      </p:sp>
      <p:sp>
        <p:nvSpPr>
          <p:cNvPr id="3" name="Выборка для выбора">
            <a:extLst>
              <a:ext uri="{FF2B5EF4-FFF2-40B4-BE49-F238E27FC236}">
                <ns2:creationId id="{968AB077-8918-40E3-9726-F4D390F9A0B7}"/>
              </a:ext>
            </a:extLst>
          </p:cNvPr>
          <p:cNvSpPr>
            <a:spLocks noGrp="1"/>
          </p:cNvSpPr>
          <p:nvPr/>
        </p:nvSpPr>
        <p:spPr>
          <a:xfrm>
            <a:off x="428625" y="1247775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Валидация принтера: 11 кадров с дефектом и 128 без него; порог 0,3</a:t>
            </a:r>
          </a:p>
        </p:txBody>
      </p:sp>
      <p:sp>
        <p:nvSpPr>
          <p:cNvPr id="4" name="Полнота заголовок">
            <a:extLst>
              <a:ext uri="{FF2B5EF4-FFF2-40B4-BE49-F238E27FC236}">
                <ns2:creationId id="{ABB0AA5C-48E6-4992-8067-A3709AAC884A}"/>
              </a:ext>
            </a:extLst>
          </p:cNvPr>
          <p:cNvSpPr>
            <a:spLocks noGrp="1"/>
          </p:cNvSpPr>
          <p:nvPr/>
        </p:nvSpPr>
        <p:spPr>
          <a:xfrm>
            <a:off x="36195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 обнаружения, %</a:t>
            </a:r>
          </a:p>
        </p:txBody>
      </p:sp>
      <p:sp>
        <p:nvSpPr>
          <p:cNvPr id="5" name="Тревоги заголовок">
            <a:extLst>
              <a:ext uri="{FF2B5EF4-FFF2-40B4-BE49-F238E27FC236}">
                <ns2:creationId id="{1AED36EF-C74A-418C-ADA2-7515E9050124}"/>
              </a:ext>
            </a:extLst>
          </p:cNvPr>
          <p:cNvSpPr>
            <a:spLocks noGrp="1"/>
          </p:cNvSpPr>
          <p:nvPr/>
        </p:nvSpPr>
        <p:spPr>
          <a:xfrm>
            <a:off x="4762500" y="1704975"/>
            <a:ext cx="39814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Доля ложных тревог, %</a:t>
            </a:r>
          </a:p>
        </p:txBody>
      </p:sp>
      <p:graphicFrame>
        <p:nvGraphicFramePr>
          <p:cNvPr id="6" name="Chart">
            <a:extLst>
              <a:ext uri="{FF2B5EF4-FFF2-40B4-BE49-F238E27FC236}">
                <ns2:creationId id="{2884465A-7273-4A5E-9189-55A78A4AC6CC}"/>
              </a:ext>
            </a:extLst>
          </p:cNvPr>
          <p:cNvGraphicFramePr/>
          <p:nvPr/>
        </p:nvGraphicFramePr>
        <p:xfrm>
          <a:off x="295275" y="2133600"/>
          <a:ext cx="4124325" cy="181927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7" name="Chart">
            <a:extLst>
              <a:ext uri="{FF2B5EF4-FFF2-40B4-BE49-F238E27FC236}">
                <ns2:creationId id="{EEF613BF-9326-4B67-A49B-747AD8171167}"/>
              </a:ext>
            </a:extLst>
          </p:cNvPr>
          <p:cNvGraphicFramePr/>
          <p:nvPr/>
        </p:nvGraphicFramePr>
        <p:xfrm>
          <a:off x="4705350" y="2133600"/>
          <a:ext cx="4124325" cy="181927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8" name="Предел">
            <a:extLst>
              <a:ext uri="{FF2B5EF4-FFF2-40B4-BE49-F238E27FC236}">
                <ns2:creationId id="{7D6D7FD3-4519-4CE3-B474-E2653ED7EBC4}"/>
              </a:ext>
            </a:extLst>
          </p:cNvPr>
          <p:cNvSpPr>
            <a:spLocks noGrp="1"/>
          </p:cNvSpPr>
          <p:nvPr/>
        </p:nvSpPr>
        <p:spPr>
          <a:xfrm>
            <a:off x="4752975" y="4010025"/>
            <a:ext cx="4048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Пунктир — допустимая доля ложных тревог 1 %</a:t>
            </a:r>
          </a:p>
        </p:txBody>
      </p:sp>
      <p:sp>
        <p:nvSpPr>
          <p:cNvPr id="9" name="Таблица 0 0">
            <a:extLst>
              <a:ext uri="{FF2B5EF4-FFF2-40B4-BE49-F238E27FC236}">
                <ns2:creationId id="{0134092E-AF35-4789-90B6-3D9321CA0609}"/>
              </a:ext>
            </a:extLst>
          </p:cNvPr>
          <p:cNvSpPr>
            <a:spLocks noGrp="1"/>
          </p:cNvSpPr>
          <p:nvPr/>
        </p:nvSpPr>
        <p:spPr>
          <a:xfrm>
            <a:off x="457200" y="4371975"/>
            <a:ext cx="7143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0" name="Текст 0 0">
            <a:extLst>
              <a:ext uri="{FF2B5EF4-FFF2-40B4-BE49-F238E27FC236}">
                <ns2:creationId id="{91F2AA3B-219B-433C-8D8B-BAAE5BABD753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Эпоха</a:t>
            </a:r>
          </a:p>
        </p:txBody>
      </p:sp>
      <p:sp>
        <p:nvSpPr>
          <p:cNvPr id="11" name="Таблица 0 1">
            <a:extLst>
              <a:ext uri="{FF2B5EF4-FFF2-40B4-BE49-F238E27FC236}">
                <ns2:creationId id="{AD719252-6C26-49E8-87BF-6F2667F7BE34}"/>
              </a:ext>
            </a:extLst>
          </p:cNvPr>
          <p:cNvSpPr>
            <a:spLocks noGrp="1"/>
          </p:cNvSpPr>
          <p:nvPr/>
        </p:nvSpPr>
        <p:spPr>
          <a:xfrm>
            <a:off x="1171575" y="4371975"/>
            <a:ext cx="15621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2" name="Текст 0 1">
            <a:extLst>
              <a:ext uri="{FF2B5EF4-FFF2-40B4-BE49-F238E27FC236}">
                <ns2:creationId id="{8187E781-42FC-428E-AF95-0786C89F3455}"/>
              </a:ext>
            </a:extLst>
          </p:cNvPr>
          <p:cNvSpPr>
            <a:spLocks noGrp="1"/>
          </p:cNvSpPr>
          <p:nvPr/>
        </p:nvSpPr>
        <p:spPr>
          <a:xfrm>
            <a:off x="1209675" y="44386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Полнота, %</a:t>
            </a:r>
          </a:p>
        </p:txBody>
      </p:sp>
      <p:sp>
        <p:nvSpPr>
          <p:cNvPr id="13" name="Таблица 0 2">
            <a:extLst>
              <a:ext uri="{FF2B5EF4-FFF2-40B4-BE49-F238E27FC236}">
                <ns2:creationId id="{3F975863-DC00-4C9D-94A8-CDDFA5F39171}"/>
              </a:ext>
            </a:extLst>
          </p:cNvPr>
          <p:cNvSpPr>
            <a:spLocks noGrp="1"/>
          </p:cNvSpPr>
          <p:nvPr/>
        </p:nvSpPr>
        <p:spPr>
          <a:xfrm>
            <a:off x="2733675" y="4371975"/>
            <a:ext cx="1971675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4" name="Текст 0 2">
            <a:extLst>
              <a:ext uri="{FF2B5EF4-FFF2-40B4-BE49-F238E27FC236}">
                <ns2:creationId id="{5A0C453D-AAA5-46AE-8C2B-3F2091B221FC}"/>
              </a:ext>
            </a:extLst>
          </p:cNvPr>
          <p:cNvSpPr>
            <a:spLocks noGrp="1"/>
          </p:cNvSpPr>
          <p:nvPr/>
        </p:nvSpPr>
        <p:spPr>
          <a:xfrm>
            <a:off x="2771775" y="44386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Ложные тревоги, %</a:t>
            </a:r>
          </a:p>
        </p:txBody>
      </p:sp>
      <p:sp>
        <p:nvSpPr>
          <p:cNvPr id="15" name="Таблица 0 3">
            <a:extLst>
              <a:ext uri="{FF2B5EF4-FFF2-40B4-BE49-F238E27FC236}">
                <ns2:creationId id="{6EC8EDF5-C9BB-42E2-B2C2-4588A0350266}"/>
              </a:ext>
            </a:extLst>
          </p:cNvPr>
          <p:cNvSpPr>
            <a:spLocks noGrp="1"/>
          </p:cNvSpPr>
          <p:nvPr/>
        </p:nvSpPr>
        <p:spPr>
          <a:xfrm>
            <a:off x="4705350" y="4371975"/>
            <a:ext cx="160020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6" name="Текст 0 3">
            <a:extLst>
              <a:ext uri="{FF2B5EF4-FFF2-40B4-BE49-F238E27FC236}">
                <ns2:creationId id="{3D274A40-4420-46D3-ABD8-6D8514691AEE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</a:t>
            </a:r>
          </a:p>
        </p:txBody>
      </p:sp>
      <p:sp>
        <p:nvSpPr>
          <p:cNvPr id="17" name="Таблица 0 4">
            <a:extLst>
              <a:ext uri="{FF2B5EF4-FFF2-40B4-BE49-F238E27FC236}">
                <ns2:creationId id="{29DBF2EB-8C1F-42F7-AF00-A6754764DD54}"/>
              </a:ext>
            </a:extLst>
          </p:cNvPr>
          <p:cNvSpPr>
            <a:spLocks noGrp="1"/>
          </p:cNvSpPr>
          <p:nvPr/>
        </p:nvSpPr>
        <p:spPr>
          <a:xfrm>
            <a:off x="6305550" y="4371975"/>
            <a:ext cx="2381250" cy="314325"/>
          </a:xfrm>
          <a:prstGeom prst="rect">
            <a:avLst/>
          </a:prstGeom>
          <a:solidFill>
            <a:srgbClr val="E7EDF6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18" name="Текст 0 4">
            <a:extLst>
              <a:ext uri="{FF2B5EF4-FFF2-40B4-BE49-F238E27FC236}">
                <ns2:creationId id="{080F0005-70C9-48D5-98B2-21D18AD159FB}"/>
              </a:ext>
            </a:extLst>
          </p:cNvPr>
          <p:cNvSpPr>
            <a:spLocks noGrp="1"/>
          </p:cNvSpPr>
          <p:nvPr/>
        </p:nvSpPr>
        <p:spPr>
          <a:xfrm>
            <a:off x="6343650" y="44386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Решение</a:t>
            </a:r>
          </a:p>
        </p:txBody>
      </p:sp>
      <p:sp>
        <p:nvSpPr>
          <p:cNvPr id="19" name="Таблица 1 0">
            <a:extLst>
              <a:ext uri="{FF2B5EF4-FFF2-40B4-BE49-F238E27FC236}">
                <ns2:creationId id="{67DB66A9-CE9B-4255-98BB-4991B41D2046}"/>
              </a:ext>
            </a:extLst>
          </p:cNvPr>
          <p:cNvSpPr>
            <a:spLocks noGrp="1"/>
          </p:cNvSpPr>
          <p:nvPr/>
        </p:nvSpPr>
        <p:spPr>
          <a:xfrm>
            <a:off x="457200" y="4686300"/>
            <a:ext cx="7143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0" name="Текст 1 0">
            <a:extLst>
              <a:ext uri="{FF2B5EF4-FFF2-40B4-BE49-F238E27FC236}">
                <ns2:creationId id="{971E9913-8059-4BBC-B20F-C0FA5F4ED301}"/>
              </a:ext>
            </a:extLst>
          </p:cNvPr>
          <p:cNvSpPr>
            <a:spLocks noGrp="1"/>
          </p:cNvSpPr>
          <p:nvPr/>
        </p:nvSpPr>
        <p:spPr>
          <a:xfrm>
            <a:off x="495300" y="475297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</a:t>
            </a:r>
          </a:p>
        </p:txBody>
      </p:sp>
      <p:sp>
        <p:nvSpPr>
          <p:cNvPr id="21" name="Таблица 1 1">
            <a:extLst>
              <a:ext uri="{FF2B5EF4-FFF2-40B4-BE49-F238E27FC236}">
                <ns2:creationId id="{2C91F6C8-8E4C-471E-BB9B-E737BCE3A7DA}"/>
              </a:ext>
            </a:extLst>
          </p:cNvPr>
          <p:cNvSpPr>
            <a:spLocks noGrp="1"/>
          </p:cNvSpPr>
          <p:nvPr/>
        </p:nvSpPr>
        <p:spPr>
          <a:xfrm>
            <a:off x="1171575" y="4686300"/>
            <a:ext cx="15621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2" name="Текст 1 1">
            <a:extLst>
              <a:ext uri="{FF2B5EF4-FFF2-40B4-BE49-F238E27FC236}">
                <ns2:creationId id="{72526D8D-90AE-4053-B5EE-930527D93F4B}"/>
              </a:ext>
            </a:extLst>
          </p:cNvPr>
          <p:cNvSpPr>
            <a:spLocks noGrp="1"/>
          </p:cNvSpPr>
          <p:nvPr/>
        </p:nvSpPr>
        <p:spPr>
          <a:xfrm>
            <a:off x="1209675" y="475297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72,73</a:t>
            </a:r>
          </a:p>
        </p:txBody>
      </p:sp>
      <p:sp>
        <p:nvSpPr>
          <p:cNvPr id="23" name="Таблица 1 2">
            <a:extLst>
              <a:ext uri="{FF2B5EF4-FFF2-40B4-BE49-F238E27FC236}">
                <ns2:creationId id="{00303724-085C-4D6F-AFF4-1933C7AAA5B2}"/>
              </a:ext>
            </a:extLst>
          </p:cNvPr>
          <p:cNvSpPr>
            <a:spLocks noGrp="1"/>
          </p:cNvSpPr>
          <p:nvPr/>
        </p:nvSpPr>
        <p:spPr>
          <a:xfrm>
            <a:off x="2733675" y="4686300"/>
            <a:ext cx="1971675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4" name="Текст 1 2">
            <a:extLst>
              <a:ext uri="{FF2B5EF4-FFF2-40B4-BE49-F238E27FC236}">
                <ns2:creationId id="{80FA16A8-F759-4519-8703-650F52C8D2DE}"/>
              </a:ext>
            </a:extLst>
          </p:cNvPr>
          <p:cNvSpPr>
            <a:spLocks noGrp="1"/>
          </p:cNvSpPr>
          <p:nvPr/>
        </p:nvSpPr>
        <p:spPr>
          <a:xfrm>
            <a:off x="2771775" y="475297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7,03</a:t>
            </a:r>
          </a:p>
        </p:txBody>
      </p:sp>
      <p:sp>
        <p:nvSpPr>
          <p:cNvPr id="25" name="Таблица 1 3">
            <a:extLst>
              <a:ext uri="{FF2B5EF4-FFF2-40B4-BE49-F238E27FC236}">
                <ns2:creationId id="{A0600624-A7F0-40F0-86BB-4C25F247C8B7}"/>
              </a:ext>
            </a:extLst>
          </p:cNvPr>
          <p:cNvSpPr>
            <a:spLocks noGrp="1"/>
          </p:cNvSpPr>
          <p:nvPr/>
        </p:nvSpPr>
        <p:spPr>
          <a:xfrm>
            <a:off x="4705350" y="4686300"/>
            <a:ext cx="160020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6" name="Текст 1 3">
            <a:extLst>
              <a:ext uri="{FF2B5EF4-FFF2-40B4-BE49-F238E27FC236}">
                <ns2:creationId id="{2FC569A8-BF66-4C41-9E76-4661168A5B50}"/>
              </a:ext>
            </a:extLst>
          </p:cNvPr>
          <p:cNvSpPr>
            <a:spLocks noGrp="1"/>
          </p:cNvSpPr>
          <p:nvPr/>
        </p:nvSpPr>
        <p:spPr>
          <a:xfrm>
            <a:off x="4743450" y="475297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75,12 %</a:t>
            </a:r>
          </a:p>
        </p:txBody>
      </p:sp>
      <p:sp>
        <p:nvSpPr>
          <p:cNvPr id="27" name="Таблица 1 4">
            <a:extLst>
              <a:ext uri="{FF2B5EF4-FFF2-40B4-BE49-F238E27FC236}">
                <ns2:creationId id="{EE0D11C1-72A8-4F3A-9F56-163B1BF5CCC2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2381250" cy="314325"/>
          </a:xfrm>
          <a:prstGeom prst="rect">
            <a:avLst/>
          </a:prstGeom>
          <a:solidFill>
            <a:srgbClr val="FFF0DC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28" name="Текст 1 4">
            <a:extLst>
              <a:ext uri="{FF2B5EF4-FFF2-40B4-BE49-F238E27FC236}">
                <ns2:creationId id="{3FA3A720-304B-4DFF-A1D1-4C815D9C24CB}"/>
              </a:ext>
            </a:extLst>
          </p:cNvPr>
          <p:cNvSpPr>
            <a:spLocks noGrp="1"/>
          </p:cNvSpPr>
          <p:nvPr/>
        </p:nvSpPr>
        <p:spPr>
          <a:xfrm>
            <a:off x="6343650" y="475297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Превышен предел 1 %</a:t>
            </a:r>
          </a:p>
        </p:txBody>
      </p:sp>
      <p:sp>
        <p:nvSpPr>
          <p:cNvPr id="29" name="Таблица 2 0">
            <a:extLst>
              <a:ext uri="{FF2B5EF4-FFF2-40B4-BE49-F238E27FC236}">
                <ns2:creationId id="{4A6B021C-3C1B-4209-BD25-752C1436599D}"/>
              </a:ext>
            </a:extLst>
          </p:cNvPr>
          <p:cNvSpPr>
            <a:spLocks noGrp="1"/>
          </p:cNvSpPr>
          <p:nvPr/>
        </p:nvSpPr>
        <p:spPr>
          <a:xfrm>
            <a:off x="457200" y="500062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0" name="Текст 2 0">
            <a:extLst>
              <a:ext uri="{FF2B5EF4-FFF2-40B4-BE49-F238E27FC236}">
                <ns2:creationId id="{EFAF94D7-93FF-4D11-8D5C-6A6557BAB300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18</a:t>
            </a:r>
          </a:p>
        </p:txBody>
      </p:sp>
      <p:sp>
        <p:nvSpPr>
          <p:cNvPr id="31" name="Таблица 2 1">
            <a:extLst>
              <a:ext uri="{FF2B5EF4-FFF2-40B4-BE49-F238E27FC236}">
                <ns2:creationId id="{CEA3B073-880A-4724-8D6F-45F509E82AF4}"/>
              </a:ext>
            </a:extLst>
          </p:cNvPr>
          <p:cNvSpPr>
            <a:spLocks noGrp="1"/>
          </p:cNvSpPr>
          <p:nvPr/>
        </p:nvSpPr>
        <p:spPr>
          <a:xfrm>
            <a:off x="1171575" y="500062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2" name="Текст 2 1">
            <a:extLst>
              <a:ext uri="{FF2B5EF4-FFF2-40B4-BE49-F238E27FC236}">
                <ns2:creationId id="{7B8EF410-8BF5-4861-AB84-BBDB7D3E34AB}"/>
              </a:ext>
            </a:extLst>
          </p:cNvPr>
          <p:cNvSpPr>
            <a:spLocks noGrp="1"/>
          </p:cNvSpPr>
          <p:nvPr/>
        </p:nvSpPr>
        <p:spPr>
          <a:xfrm>
            <a:off x="1209675" y="506730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33" name="Таблица 2 2">
            <a:extLst>
              <a:ext uri="{FF2B5EF4-FFF2-40B4-BE49-F238E27FC236}">
                <ns2:creationId id="{3D50C02F-41D6-474A-95D0-E72A123CE082}"/>
              </a:ext>
            </a:extLst>
          </p:cNvPr>
          <p:cNvSpPr>
            <a:spLocks noGrp="1"/>
          </p:cNvSpPr>
          <p:nvPr/>
        </p:nvSpPr>
        <p:spPr>
          <a:xfrm>
            <a:off x="2733675" y="500062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4" name="Текст 2 2">
            <a:extLst>
              <a:ext uri="{FF2B5EF4-FFF2-40B4-BE49-F238E27FC236}">
                <ns2:creationId id="{921FF854-A2C4-47B8-AB8E-9E687708FD98}"/>
              </a:ext>
            </a:extLst>
          </p:cNvPr>
          <p:cNvSpPr>
            <a:spLocks noGrp="1"/>
          </p:cNvSpPr>
          <p:nvPr/>
        </p:nvSpPr>
        <p:spPr>
          <a:xfrm>
            <a:off x="2771775" y="506730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35" name="Таблица 2 3">
            <a:extLst>
              <a:ext uri="{FF2B5EF4-FFF2-40B4-BE49-F238E27FC236}">
                <ns2:creationId id="{B0A26545-E5DE-44D6-99D6-3109E78C14F0}"/>
              </a:ext>
            </a:extLst>
          </p:cNvPr>
          <p:cNvSpPr>
            <a:spLocks noGrp="1"/>
          </p:cNvSpPr>
          <p:nvPr/>
        </p:nvSpPr>
        <p:spPr>
          <a:xfrm>
            <a:off x="4705350" y="500062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6" name="Текст 2 3">
            <a:extLst>
              <a:ext uri="{FF2B5EF4-FFF2-40B4-BE49-F238E27FC236}">
                <ns2:creationId id="{AC4228AE-F361-4CAA-8DC6-1D54AF8DC6E3}"/>
              </a:ext>
            </a:extLst>
          </p:cNvPr>
          <p:cNvSpPr>
            <a:spLocks noGrp="1"/>
          </p:cNvSpPr>
          <p:nvPr/>
        </p:nvSpPr>
        <p:spPr>
          <a:xfrm>
            <a:off x="4743450" y="506730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92,31 %</a:t>
            </a:r>
          </a:p>
        </p:txBody>
      </p:sp>
      <p:sp>
        <p:nvSpPr>
          <p:cNvPr id="37" name="Таблица 2 4">
            <a:extLst>
              <a:ext uri="{FF2B5EF4-FFF2-40B4-BE49-F238E27FC236}">
                <ns2:creationId id="{B50A96C4-F666-4CCE-933C-4BB5331312D2}"/>
              </a:ext>
            </a:extLst>
          </p:cNvPr>
          <p:cNvSpPr>
            <a:spLocks noGrp="1"/>
          </p:cNvSpPr>
          <p:nvPr/>
        </p:nvSpPr>
        <p:spPr>
          <a:xfrm>
            <a:off x="6305550" y="500062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38" name="Текст 2 4">
            <a:extLst>
              <a:ext uri="{FF2B5EF4-FFF2-40B4-BE49-F238E27FC236}">
                <ns2:creationId id="{EDE49BD4-0213-4BCC-A908-B7AE7DD98432}"/>
              </a:ext>
            </a:extLst>
          </p:cNvPr>
          <p:cNvSpPr>
            <a:spLocks noGrp="1"/>
          </p:cNvSpPr>
          <p:nvPr/>
        </p:nvSpPr>
        <p:spPr>
          <a:xfrm>
            <a:off x="6343650" y="506730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39" name="Таблица 3 0">
            <a:extLst>
              <a:ext uri="{FF2B5EF4-FFF2-40B4-BE49-F238E27FC236}">
                <ns2:creationId id="{2CB809CA-4159-44EA-BFCD-992F849323CB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7143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0" name="Текст 3 0">
            <a:extLst>
              <a:ext uri="{FF2B5EF4-FFF2-40B4-BE49-F238E27FC236}">
                <ns2:creationId id="{1C08B1AC-2276-458B-8E94-52FD0317E6DB}"/>
              </a:ext>
            </a:extLst>
          </p:cNvPr>
          <p:cNvSpPr>
            <a:spLocks noGrp="1"/>
          </p:cNvSpPr>
          <p:nvPr/>
        </p:nvSpPr>
        <p:spPr>
          <a:xfrm>
            <a:off x="495300" y="5381625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19</a:t>
            </a:r>
          </a:p>
        </p:txBody>
      </p:sp>
      <p:sp>
        <p:nvSpPr>
          <p:cNvPr id="41" name="Таблица 3 1">
            <a:extLst>
              <a:ext uri="{FF2B5EF4-FFF2-40B4-BE49-F238E27FC236}">
                <ns2:creationId id="{747C173A-6741-45A5-AC0E-BEF0D3721EB9}"/>
              </a:ext>
            </a:extLst>
          </p:cNvPr>
          <p:cNvSpPr>
            <a:spLocks noGrp="1"/>
          </p:cNvSpPr>
          <p:nvPr/>
        </p:nvSpPr>
        <p:spPr>
          <a:xfrm>
            <a:off x="1171575" y="5314950"/>
            <a:ext cx="15621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2" name="Текст 3 1">
            <a:extLst>
              <a:ext uri="{FF2B5EF4-FFF2-40B4-BE49-F238E27FC236}">
                <ns2:creationId id="{FAD1F012-E55E-4FB8-A892-0A9895E3D2C2}"/>
              </a:ext>
            </a:extLst>
          </p:cNvPr>
          <p:cNvSpPr>
            <a:spLocks noGrp="1"/>
          </p:cNvSpPr>
          <p:nvPr/>
        </p:nvSpPr>
        <p:spPr>
          <a:xfrm>
            <a:off x="1209675" y="5381625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43" name="Таблица 3 2">
            <a:extLst>
              <a:ext uri="{FF2B5EF4-FFF2-40B4-BE49-F238E27FC236}">
                <ns2:creationId id="{28AADCFB-C2A8-4BEE-8D1B-8DB02F0CC38C}"/>
              </a:ext>
            </a:extLst>
          </p:cNvPr>
          <p:cNvSpPr>
            <a:spLocks noGrp="1"/>
          </p:cNvSpPr>
          <p:nvPr/>
        </p:nvSpPr>
        <p:spPr>
          <a:xfrm>
            <a:off x="2733675" y="5314950"/>
            <a:ext cx="1971675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4" name="Текст 3 2">
            <a:extLst>
              <a:ext uri="{FF2B5EF4-FFF2-40B4-BE49-F238E27FC236}">
                <ns2:creationId id="{1BC4B4D7-4FB9-4524-A560-CC2A856078CD}"/>
              </a:ext>
            </a:extLst>
          </p:cNvPr>
          <p:cNvSpPr>
            <a:spLocks noGrp="1"/>
          </p:cNvSpPr>
          <p:nvPr/>
        </p:nvSpPr>
        <p:spPr>
          <a:xfrm>
            <a:off x="2771775" y="5381625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45" name="Таблица 3 3">
            <a:extLst>
              <a:ext uri="{FF2B5EF4-FFF2-40B4-BE49-F238E27FC236}">
                <ns2:creationId id="{D9A54C87-A3E5-4D6C-8ED8-87CD2CB6BA6F}"/>
              </a:ext>
            </a:extLst>
          </p:cNvPr>
          <p:cNvSpPr>
            <a:spLocks noGrp="1"/>
          </p:cNvSpPr>
          <p:nvPr/>
        </p:nvSpPr>
        <p:spPr>
          <a:xfrm>
            <a:off x="4705350" y="5314950"/>
            <a:ext cx="160020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6" name="Текст 3 3">
            <a:extLst>
              <a:ext uri="{FF2B5EF4-FFF2-40B4-BE49-F238E27FC236}">
                <ns2:creationId id="{9DFB7934-E395-4C9E-B698-E4703D6E3A3C}"/>
              </a:ext>
            </a:extLst>
          </p:cNvPr>
          <p:cNvSpPr>
            <a:spLocks noGrp="1"/>
          </p:cNvSpPr>
          <p:nvPr/>
        </p:nvSpPr>
        <p:spPr>
          <a:xfrm>
            <a:off x="4743450" y="5381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94,63 %</a:t>
            </a:r>
          </a:p>
        </p:txBody>
      </p:sp>
      <p:sp>
        <p:nvSpPr>
          <p:cNvPr id="47" name="Таблица 3 4">
            <a:extLst>
              <a:ext uri="{FF2B5EF4-FFF2-40B4-BE49-F238E27FC236}">
                <ns2:creationId id="{239B04DD-58EB-40CD-AC38-45F0490173EC}"/>
              </a:ext>
            </a:extLst>
          </p:cNvPr>
          <p:cNvSpPr>
            <a:spLocks noGrp="1"/>
          </p:cNvSpPr>
          <p:nvPr/>
        </p:nvSpPr>
        <p:spPr>
          <a:xfrm>
            <a:off x="6305550" y="5314950"/>
            <a:ext cx="2381250" cy="314325"/>
          </a:xfrm>
          <a:prstGeom prst="rect">
            <a:avLst/>
          </a:prstGeom>
          <a:solidFill>
            <a:srgbClr val="D3EDDE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48" name="Текст 3 4">
            <a:extLst>
              <a:ext uri="{FF2B5EF4-FFF2-40B4-BE49-F238E27FC236}">
                <ns2:creationId id="{9FCDAC01-D398-4F5F-B1BA-57CFC4201671}"/>
              </a:ext>
            </a:extLst>
          </p:cNvPr>
          <p:cNvSpPr>
            <a:spLocks noGrp="1"/>
          </p:cNvSpPr>
          <p:nvPr/>
        </p:nvSpPr>
        <p:spPr>
          <a:xfrm>
            <a:off x="6343650" y="5381625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Выбрана</a:t>
            </a:r>
          </a:p>
        </p:txBody>
      </p:sp>
      <p:sp>
        <p:nvSpPr>
          <p:cNvPr id="49" name="Таблица 4 0">
            <a:extLst>
              <a:ext uri="{FF2B5EF4-FFF2-40B4-BE49-F238E27FC236}">
                <ns2:creationId id="{6E12636E-3A76-4EAA-854D-6E92C08BA536}"/>
              </a:ext>
            </a:extLst>
          </p:cNvPr>
          <p:cNvSpPr>
            <a:spLocks noGrp="1"/>
          </p:cNvSpPr>
          <p:nvPr/>
        </p:nvSpPr>
        <p:spPr>
          <a:xfrm>
            <a:off x="457200" y="5629275"/>
            <a:ext cx="7143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0" name="Текст 4 0">
            <a:extLst>
              <a:ext uri="{FF2B5EF4-FFF2-40B4-BE49-F238E27FC236}">
                <ns2:creationId id="{1838496D-6BF3-4BF2-B52E-62EA9D112A4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6381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20</a:t>
            </a:r>
          </a:p>
        </p:txBody>
      </p:sp>
      <p:sp>
        <p:nvSpPr>
          <p:cNvPr id="51" name="Таблица 4 1">
            <a:extLst>
              <a:ext uri="{FF2B5EF4-FFF2-40B4-BE49-F238E27FC236}">
                <ns2:creationId id="{4C31146C-7A68-40BB-910F-A65094FB7E31}"/>
              </a:ext>
            </a:extLst>
          </p:cNvPr>
          <p:cNvSpPr>
            <a:spLocks noGrp="1"/>
          </p:cNvSpPr>
          <p:nvPr/>
        </p:nvSpPr>
        <p:spPr>
          <a:xfrm>
            <a:off x="1171575" y="5629275"/>
            <a:ext cx="15621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2" name="Текст 4 1">
            <a:extLst>
              <a:ext uri="{FF2B5EF4-FFF2-40B4-BE49-F238E27FC236}">
                <ns2:creationId id="{8BC48706-93D1-4028-A289-8E7BF1E91A39}"/>
              </a:ext>
            </a:extLst>
          </p:cNvPr>
          <p:cNvSpPr>
            <a:spLocks noGrp="1"/>
          </p:cNvSpPr>
          <p:nvPr/>
        </p:nvSpPr>
        <p:spPr>
          <a:xfrm>
            <a:off x="1209675" y="5695950"/>
            <a:ext cx="1485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54,55</a:t>
            </a:r>
          </a:p>
        </p:txBody>
      </p:sp>
      <p:sp>
        <p:nvSpPr>
          <p:cNvPr id="53" name="Таблица 4 2">
            <a:extLst>
              <a:ext uri="{FF2B5EF4-FFF2-40B4-BE49-F238E27FC236}">
                <ns2:creationId id="{46CB48B5-B984-4924-A653-69DE8975EF09}"/>
              </a:ext>
            </a:extLst>
          </p:cNvPr>
          <p:cNvSpPr>
            <a:spLocks noGrp="1"/>
          </p:cNvSpPr>
          <p:nvPr/>
        </p:nvSpPr>
        <p:spPr>
          <a:xfrm>
            <a:off x="2733675" y="5629275"/>
            <a:ext cx="1971675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4" name="Текст 4 2">
            <a:extLst>
              <a:ext uri="{FF2B5EF4-FFF2-40B4-BE49-F238E27FC236}">
                <ns2:creationId id="{53A66576-9EC9-431A-92B4-55D6F6FA0CCA}"/>
              </a:ext>
            </a:extLst>
          </p:cNvPr>
          <p:cNvSpPr>
            <a:spLocks noGrp="1"/>
          </p:cNvSpPr>
          <p:nvPr/>
        </p:nvSpPr>
        <p:spPr>
          <a:xfrm>
            <a:off x="2771775" y="5695950"/>
            <a:ext cx="18954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0,00</a:t>
            </a:r>
          </a:p>
        </p:txBody>
      </p:sp>
      <p:sp>
        <p:nvSpPr>
          <p:cNvPr id="55" name="Таблица 4 3">
            <a:extLst>
              <a:ext uri="{FF2B5EF4-FFF2-40B4-BE49-F238E27FC236}">
                <ns2:creationId id="{C35A4F93-A9B7-413B-9534-E4886398933B}"/>
              </a:ext>
            </a:extLst>
          </p:cNvPr>
          <p:cNvSpPr>
            <a:spLocks noGrp="1"/>
          </p:cNvSpPr>
          <p:nvPr/>
        </p:nvSpPr>
        <p:spPr>
          <a:xfrm>
            <a:off x="4705350" y="5629275"/>
            <a:ext cx="160020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6" name="Текст 4 3">
            <a:extLst>
              <a:ext uri="{FF2B5EF4-FFF2-40B4-BE49-F238E27FC236}">
                <ns2:creationId id="{29AA6B9F-FF16-462F-A2C2-0F6FC2FC0CDA}"/>
              </a:ext>
            </a:extLst>
          </p:cNvPr>
          <p:cNvSpPr>
            <a:spLocks noGrp="1"/>
          </p:cNvSpPr>
          <p:nvPr/>
        </p:nvSpPr>
        <p:spPr>
          <a:xfrm>
            <a:off x="4743450" y="5695950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92,45 %</a:t>
            </a:r>
          </a:p>
        </p:txBody>
      </p:sp>
      <p:sp>
        <p:nvSpPr>
          <p:cNvPr id="57" name="Таблица 4 4">
            <a:extLst>
              <a:ext uri="{FF2B5EF4-FFF2-40B4-BE49-F238E27FC236}">
                <ns2:creationId id="{E02512CD-2A53-4C09-9D3E-C3488EC60E99}"/>
              </a:ext>
            </a:extLst>
          </p:cNvPr>
          <p:cNvSpPr>
            <a:spLocks noGrp="1"/>
          </p:cNvSpPr>
          <p:nvPr/>
        </p:nvSpPr>
        <p:spPr>
          <a:xfrm>
            <a:off x="6305550" y="5629275"/>
            <a:ext cx="2381250" cy="314325"/>
          </a:xfrm>
          <a:prstGeom prst="rect">
            <a:avLst/>
          </a:prstGeom>
          <a:solidFill>
            <a:srgbClr val="FFFFFF"/>
          </a:solidFill>
          <a:ln w="6668">
            <a:solidFill>
              <a:srgbClr val="B4BEC9"/>
            </a:solidFill>
            <a:prstDash val="solid"/>
          </a:ln>
        </p:spPr>
      </p:sp>
      <p:sp>
        <p:nvSpPr>
          <p:cNvPr id="58" name="Текст 4 4">
            <a:extLst>
              <a:ext uri="{FF2B5EF4-FFF2-40B4-BE49-F238E27FC236}">
                <ns2:creationId id="{F6FA1B50-31AE-4A4E-B537-7678EC2B0102}"/>
              </a:ext>
            </a:extLst>
          </p:cNvPr>
          <p:cNvSpPr>
            <a:spLocks noGrp="1"/>
          </p:cNvSpPr>
          <p:nvPr/>
        </p:nvSpPr>
        <p:spPr>
          <a:xfrm>
            <a:off x="6343650" y="5695950"/>
            <a:ext cx="2305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ниже</a:t>
            </a:r>
          </a:p>
        </p:txBody>
      </p:sp>
      <p:sp>
        <p:nvSpPr>
          <p:cNvPr id="59" name="Обоснование">
            <a:extLst>
              <a:ext uri="{FF2B5EF4-FFF2-40B4-BE49-F238E27FC236}">
                <ns2:creationId id="{BE42FAD7-17EC-4CE6-8C09-08FD19D08FC2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8229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19-я эпоха: 6 из 11 дефектных кадров, ни одной ложной тревоги. При равной полноте средняя точность на кадрах принтера максимальна.</a:t>
            </a:r>
          </a:p>
        </p:txBody>
      </p:sp>
      <p:sp>
        <p:nvSpPr>
          <p:cNvPr id="60" name="Номер">
            <a:extLst>
              <a:ext uri="{FF2B5EF4-FFF2-40B4-BE49-F238E27FC236}">
                <ns2:creationId id="{B83CAFFE-64ED-4649-97F2-C30AE88542D8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6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11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