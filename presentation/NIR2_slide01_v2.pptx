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6" r:id="rId4"/>
    <p:sldId id="268" r:id="rId5"/>
    <p:sldId id="270" r:id="rId6"/>
    <p:sldId id="271" r:id="rId7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38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5352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04931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Обучение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174554" y="615748"/>
            <a:ext cx="4397445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4" y="615748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771554" y="2274838"/>
            <a:ext cx="4197892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без аугментаций.</a:t>
            </a:r>
          </a:p>
        </p:txBody>
      </p:sp>
    </p:spTree>
    <p:extLst>
      <p:ext uri="{BB962C8B-B14F-4D97-AF65-F5344CB8AC3E}">
        <p14:creationId xmlns:p14="http://schemas.microsoft.com/office/powerpoint/2010/main" val="2707964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5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8649" y="101185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6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875407"/>
            <a:ext cx="2917990" cy="535531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Единичное обнаружение дефекта не приводит к отмене задания. 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602</Words>
  <Application>Microsoft Office PowerPoint</Application>
  <DocSecurity>0</DocSecurity>
  <PresentationFormat>Экран (4:3)</PresentationFormat>
  <Paragraphs>45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Обучение нейросети</vt:lpstr>
      <vt:lpstr>Обработка на сервере</vt:lpstr>
      <vt:lpstr>Обработка на принтере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17</cp:revision>
  <dcterms:created xsi:type="dcterms:W3CDTF">2026-10-07T12:47:26Z</dcterms:created>
  <dcterms:modified xsi:type="dcterms:W3CDTF">2026-10-07T22:38:55Z</dcterms:modified>
</cp:coreProperties>
</file>